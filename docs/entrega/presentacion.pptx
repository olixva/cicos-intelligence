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Si el tiempo aprieta: los bloques 01 y 02 se pueden comprimir a 5 min entre los dos;
nunca recortar la demo ni la lámina de límites.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veinte de diseño, quince de demo en vivo, diez de preguntas.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10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14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5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8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tercio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págs. 75 y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162794" y="2103120"/>
            <a:ext cx="3516837" cy="4151376"/>
          </a:xfrm>
          <a:prstGeom prst="roundRect">
            <a:avLst>
              <a:gd name="adj" fmla="val 2080"/>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217658" y="2157984"/>
            <a:ext cx="3407109" cy="4041648"/>
          </a:xfrm>
          <a:prstGeom prst="rect">
            <a:avLst/>
          </a:prstGeom>
        </p:spPr>
      </p:pic>
      <p:sp>
        <p:nvSpPr>
          <p:cNvPr id="9" name="Shape 5"/>
          <p:cNvSpPr/>
          <p:nvPr/>
        </p:nvSpPr>
        <p:spPr>
          <a:xfrm>
            <a:off x="566928" y="2157984"/>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95728"/>
            <a:ext cx="365760" cy="365760"/>
          </a:xfrm>
          <a:prstGeom prst="ellipse">
            <a:avLst/>
          </a:prstGeom>
          <a:solidFill>
            <a:srgbClr val="003781"/>
          </a:solidFill>
          <a:ln/>
        </p:spPr>
      </p:sp>
      <p:sp>
        <p:nvSpPr>
          <p:cNvPr id="11" name="Text 7"/>
          <p:cNvSpPr txBox="1"/>
          <p:nvPr/>
        </p:nvSpPr>
        <p:spPr>
          <a:xfrm>
            <a:off x="822960" y="2459736"/>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8"/>
          <p:cNvSpPr txBox="1"/>
          <p:nvPr/>
        </p:nvSpPr>
        <p:spPr>
          <a:xfrm>
            <a:off x="1335024" y="2432304"/>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Los hechos, con su procedencia</a:t>
            </a:r>
            <a:endParaRPr lang="en-US" sz="1400" dirty="0"/>
          </a:p>
        </p:txBody>
      </p:sp>
      <p:sp>
        <p:nvSpPr>
          <p:cNvPr id="13" name="Text 9"/>
          <p:cNvSpPr txBox="1"/>
          <p:nvPr/>
        </p:nvSpPr>
        <p:spPr>
          <a:xfrm>
            <a:off x="1335024" y="2761488"/>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200" dirty="0"/>
          </a:p>
        </p:txBody>
      </p:sp>
      <p:sp>
        <p:nvSpPr>
          <p:cNvPr id="14" name="Shape 10"/>
          <p:cNvSpPr/>
          <p:nvPr/>
        </p:nvSpPr>
        <p:spPr>
          <a:xfrm>
            <a:off x="566928" y="3547872"/>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785616"/>
            <a:ext cx="365760" cy="365760"/>
          </a:xfrm>
          <a:prstGeom prst="ellipse">
            <a:avLst/>
          </a:prstGeom>
          <a:solidFill>
            <a:srgbClr val="003781"/>
          </a:solidFill>
          <a:ln/>
        </p:spPr>
      </p:sp>
      <p:sp>
        <p:nvSpPr>
          <p:cNvPr id="16" name="Text 12"/>
          <p:cNvSpPr txBox="1"/>
          <p:nvPr/>
        </p:nvSpPr>
        <p:spPr>
          <a:xfrm>
            <a:off x="822960" y="3849624"/>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3"/>
          <p:cNvSpPr txBox="1"/>
          <p:nvPr/>
        </p:nvSpPr>
        <p:spPr>
          <a:xfrm>
            <a:off x="1335024" y="3822192"/>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Las catorce reglas, también las que no casan</a:t>
            </a:r>
            <a:endParaRPr lang="en-US" sz="1400" dirty="0"/>
          </a:p>
        </p:txBody>
      </p:sp>
      <p:sp>
        <p:nvSpPr>
          <p:cNvPr id="18" name="Text 14"/>
          <p:cNvSpPr txBox="1"/>
          <p:nvPr/>
        </p:nvSpPr>
        <p:spPr>
          <a:xfrm>
            <a:off x="1335024" y="4151376"/>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200" dirty="0"/>
          </a:p>
        </p:txBody>
      </p:sp>
      <p:sp>
        <p:nvSpPr>
          <p:cNvPr id="19" name="Shape 15"/>
          <p:cNvSpPr/>
          <p:nvPr/>
        </p:nvSpPr>
        <p:spPr>
          <a:xfrm>
            <a:off x="566928" y="4937760"/>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5175504"/>
            <a:ext cx="365760" cy="365760"/>
          </a:xfrm>
          <a:prstGeom prst="ellipse">
            <a:avLst/>
          </a:prstGeom>
          <a:solidFill>
            <a:srgbClr val="003781"/>
          </a:solidFill>
          <a:ln/>
        </p:spPr>
      </p:sp>
      <p:sp>
        <p:nvSpPr>
          <p:cNvPr id="21" name="Text 17"/>
          <p:cNvSpPr txBox="1"/>
          <p:nvPr/>
        </p:nvSpPr>
        <p:spPr>
          <a:xfrm>
            <a:off x="822960" y="5239512"/>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8"/>
          <p:cNvSpPr txBox="1"/>
          <p:nvPr/>
        </p:nvSpPr>
        <p:spPr>
          <a:xfrm>
            <a:off x="1335024" y="5212080"/>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 decisión y la norma que la sostiene</a:t>
            </a:r>
            <a:endParaRPr lang="en-US" sz="1400" dirty="0"/>
          </a:p>
        </p:txBody>
      </p:sp>
      <p:sp>
        <p:nvSpPr>
          <p:cNvPr id="23" name="Text 19"/>
          <p:cNvSpPr txBox="1"/>
          <p:nvPr/>
        </p:nvSpPr>
        <p:spPr>
          <a:xfrm>
            <a:off x="1335024" y="5541264"/>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ASCIDE · el Convenio es aplicable · resuelto, con el texto literal de la b.10. Nada de esa conclusión la ha redactado el modelo.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21</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26</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el dataset del golden y las ejecuciones de evaluación: no acaban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38</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2026-09-03T04:04:35Z</dcterms:created>
  <dcterms:modified xsi:type="dcterms:W3CDTF">2026-09-03T04:04:35Z</dcterms:modified>
</cp:coreProperties>
</file>