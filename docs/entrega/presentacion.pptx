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b47eced923d480b" /><Relationship Type="http://schemas.openxmlformats.org/officeDocument/2006/relationships/extended-properties" Target="/docProps/app.xml" Id="R80425619506e4444" /><Relationship Type="http://schemas.openxmlformats.org/officeDocument/2006/relationships/officeDocument" Target="/ppt/presentation.xml" Id="R048a36374979493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c99faf22d37422b"/>
  </p:sldMasterIdLst>
  <p:notesMasterIdLst>
    <p:notesMasterId xmlns:r="http://schemas.openxmlformats.org/officeDocument/2006/relationships" r:id="Raa38d04652de4c51"/>
  </p:notesMasterIdLst>
  <p:sldIdLst>
    <p:sldId xmlns:r="http://schemas.openxmlformats.org/officeDocument/2006/relationships" id="256" r:id="Rf7df2c79cbc648e2"/>
    <p:sldId xmlns:r="http://schemas.openxmlformats.org/officeDocument/2006/relationships" id="257" r:id="Rc450fc567e71413d"/>
    <p:sldId xmlns:r="http://schemas.openxmlformats.org/officeDocument/2006/relationships" id="258" r:id="R4ae74236d2c646e5"/>
    <p:sldId xmlns:r="http://schemas.openxmlformats.org/officeDocument/2006/relationships" id="259" r:id="R2020fb0f2d4e41cc"/>
    <p:sldId xmlns:r="http://schemas.openxmlformats.org/officeDocument/2006/relationships" id="260" r:id="R10819f29170047f2"/>
    <p:sldId xmlns:r="http://schemas.openxmlformats.org/officeDocument/2006/relationships" id="261" r:id="R119ea5bdd79b4f4d"/>
    <p:sldId xmlns:r="http://schemas.openxmlformats.org/officeDocument/2006/relationships" id="262" r:id="R684bcfe8beb84dc7"/>
    <p:sldId xmlns:r="http://schemas.openxmlformats.org/officeDocument/2006/relationships" id="263" r:id="Rf1178fa91c084439"/>
    <p:sldId xmlns:r="http://schemas.openxmlformats.org/officeDocument/2006/relationships" id="264" r:id="Rd03803d01f0f4394"/>
    <p:sldId xmlns:r="http://schemas.openxmlformats.org/officeDocument/2006/relationships" id="265" r:id="R5e65b2f5081b4ff1"/>
    <p:sldId xmlns:r="http://schemas.openxmlformats.org/officeDocument/2006/relationships" id="266" r:id="R3b8d4d9b162d4414"/>
    <p:sldId xmlns:r="http://schemas.openxmlformats.org/officeDocument/2006/relationships" id="267" r:id="R5e699d8fd89148b1"/>
    <p:sldId xmlns:r="http://schemas.openxmlformats.org/officeDocument/2006/relationships" id="268" r:id="Rb841f4b136004f1f"/>
    <p:sldId xmlns:r="http://schemas.openxmlformats.org/officeDocument/2006/relationships" id="269" r:id="Rc1c3bcf0b6684069"/>
    <p:sldId xmlns:r="http://schemas.openxmlformats.org/officeDocument/2006/relationships" id="270" r:id="R13c6d6dd5fea48b9"/>
    <p:sldId xmlns:r="http://schemas.openxmlformats.org/officeDocument/2006/relationships" id="271" r:id="R3084bf3946a14151"/>
    <p:sldId xmlns:r="http://schemas.openxmlformats.org/officeDocument/2006/relationships" id="272" r:id="R017f577b68434b7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bde5db3c736411b" /><Relationship Type="http://schemas.openxmlformats.org/officeDocument/2006/relationships/slideMaster" Target="/ppt/slideMasters/slideMaster1.xml" Id="R3c99faf22d37422b" /><Relationship Type="http://schemas.openxmlformats.org/officeDocument/2006/relationships/notesMaster" Target="/ppt/notesMasters/notesMaster1.xml" Id="Raa38d04652de4c51" /><Relationship Type="http://schemas.openxmlformats.org/officeDocument/2006/relationships/presProps" Target="/ppt/presProps.xml" Id="Ra646ab6ee2f845ed" /><Relationship Type="http://schemas.openxmlformats.org/officeDocument/2006/relationships/tableStyles" Target="/ppt/tableStyles.xml" Id="Rff8e5ab3c6084f7e" /><Relationship Type="http://schemas.openxmlformats.org/officeDocument/2006/relationships/slide" Target="/ppt/slides/slide1.xml" Id="Rf7df2c79cbc648e2" /><Relationship Type="http://schemas.openxmlformats.org/officeDocument/2006/relationships/slide" Target="/ppt/slides/slide2.xml" Id="Rc450fc567e71413d" /><Relationship Type="http://schemas.openxmlformats.org/officeDocument/2006/relationships/slide" Target="/ppt/slides/slide3.xml" Id="R4ae74236d2c646e5" /><Relationship Type="http://schemas.openxmlformats.org/officeDocument/2006/relationships/slide" Target="/ppt/slides/slide4.xml" Id="R2020fb0f2d4e41cc" /><Relationship Type="http://schemas.openxmlformats.org/officeDocument/2006/relationships/slide" Target="/ppt/slides/slide5.xml" Id="R10819f29170047f2" /><Relationship Type="http://schemas.openxmlformats.org/officeDocument/2006/relationships/slide" Target="/ppt/slides/slide6.xml" Id="R119ea5bdd79b4f4d" /><Relationship Type="http://schemas.openxmlformats.org/officeDocument/2006/relationships/slide" Target="/ppt/slides/slide7.xml" Id="R684bcfe8beb84dc7" /><Relationship Type="http://schemas.openxmlformats.org/officeDocument/2006/relationships/slide" Target="/ppt/slides/slide8.xml" Id="Rf1178fa91c084439" /><Relationship Type="http://schemas.openxmlformats.org/officeDocument/2006/relationships/slide" Target="/ppt/slides/slide9.xml" Id="Rd03803d01f0f4394" /><Relationship Type="http://schemas.openxmlformats.org/officeDocument/2006/relationships/slide" Target="/ppt/slides/slide10.xml" Id="R5e65b2f5081b4ff1" /><Relationship Type="http://schemas.openxmlformats.org/officeDocument/2006/relationships/slide" Target="/ppt/slides/slide11.xml" Id="R3b8d4d9b162d4414" /><Relationship Type="http://schemas.openxmlformats.org/officeDocument/2006/relationships/slide" Target="/ppt/slides/slide12.xml" Id="R5e699d8fd89148b1" /><Relationship Type="http://schemas.openxmlformats.org/officeDocument/2006/relationships/slide" Target="/ppt/slides/slide13.xml" Id="Rb841f4b136004f1f" /><Relationship Type="http://schemas.openxmlformats.org/officeDocument/2006/relationships/slide" Target="/ppt/slides/slide14.xml" Id="Rc1c3bcf0b6684069" /><Relationship Type="http://schemas.openxmlformats.org/officeDocument/2006/relationships/slide" Target="/ppt/slides/slide15.xml" Id="R13c6d6dd5fea48b9" /><Relationship Type="http://schemas.openxmlformats.org/officeDocument/2006/relationships/slide" Target="/ppt/slides/slide16.xml" Id="R3084bf3946a14151" /><Relationship Type="http://schemas.openxmlformats.org/officeDocument/2006/relationships/slide" Target="/ppt/slides/slide17.xml" Id="R017f577b68434b7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d063813453346e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</a:schemeClr>
            </a:gs>
            <a:gs pos="50000">
              <a:schemeClr val="phClr">
                <a:tint val="73000"/>
                <a:lumMod val="105000"/>
              </a:schemeClr>
            </a:gs>
            <a:gs pos="100000">
              <a:schemeClr val="phClr">
                <a:tint val="81000"/>
                <a:lumMod val="105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4000"/>
                <a:lumMod val="102000"/>
              </a:schemeClr>
            </a:gs>
            <a:gs pos="50000">
              <a:schemeClr val="phClr">
                <a:shade val="100000"/>
                <a:lumMod val="100000"/>
              </a:schemeClr>
            </a:gs>
            <a:gs pos="100000">
              <a:schemeClr val="phClr">
                <a:shade val="78000"/>
                <a:lumMod val="99000"/>
              </a:schemeClr>
            </a:gs>
          </a:gsLst>
          <a:lin ang="5400000" scaled="0"/>
          <a:tileRect l="0" t="0" r="0" b="0"/>
        </a:gradFill>
      </a:fillStyleLst>
      <a:lnStyleLst>
        <a:ln w="12700">
          <a:prstDash val="solid"/>
        </a:ln>
        <a:ln w="19050">
          <a:prstDash val="solid"/>
        </a:ln>
        <a:ln w="2540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4d5adb6dcc04ec9" /><Relationship Type="http://schemas.openxmlformats.org/officeDocument/2006/relationships/notesMaster" Target="/ppt/notesMasters/notesMaster1.xml" Id="R45262f7c84c24e5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e78feb8c62f43e8" /><Relationship Type="http://schemas.openxmlformats.org/officeDocument/2006/relationships/notesMaster" Target="/ppt/notesMasters/notesMaster1.xml" Id="Raef6adc4ebca4a8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d8519d4d0c940f0" /><Relationship Type="http://schemas.openxmlformats.org/officeDocument/2006/relationships/notesMaster" Target="/ppt/notesMasters/notesMaster1.xml" Id="R1bb65d95f2e642f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1950470b26a4785" /><Relationship Type="http://schemas.openxmlformats.org/officeDocument/2006/relationships/notesMaster" Target="/ppt/notesMasters/notesMaster1.xml" Id="R706e075719724c0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29df86756324073" /><Relationship Type="http://schemas.openxmlformats.org/officeDocument/2006/relationships/notesMaster" Target="/ppt/notesMasters/notesMaster1.xml" Id="Rc2bd790e570d43c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61ad5484aa34169" /><Relationship Type="http://schemas.openxmlformats.org/officeDocument/2006/relationships/notesMaster" Target="/ppt/notesMasters/notesMaster1.xml" Id="Ra6a376377da345c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2301597a97942b4" /><Relationship Type="http://schemas.openxmlformats.org/officeDocument/2006/relationships/notesMaster" Target="/ppt/notesMasters/notesMaster1.xml" Id="Rc5f16dd94c384f8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256a0f0c3e74c78" /><Relationship Type="http://schemas.openxmlformats.org/officeDocument/2006/relationships/notesMaster" Target="/ppt/notesMasters/notesMaster1.xml" Id="Rdd9277474b754a6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4334fff57814427" /><Relationship Type="http://schemas.openxmlformats.org/officeDocument/2006/relationships/notesMaster" Target="/ppt/notesMasters/notesMaster1.xml" Id="R62b1a203173d467e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55122a7482e844a1" /><Relationship Type="http://schemas.openxmlformats.org/officeDocument/2006/relationships/notesMaster" Target="/ppt/notesMasters/notesMaster1.xml" Id="R00e933ec560d45db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471018aecf4a4a1a" /><Relationship Type="http://schemas.openxmlformats.org/officeDocument/2006/relationships/notesMaster" Target="/ppt/notesMasters/notesMaster1.xml" Id="R15a5fbac31d349dd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37e1a4da23494c3e" /><Relationship Type="http://schemas.openxmlformats.org/officeDocument/2006/relationships/notesMaster" Target="/ppt/notesMasters/notesMaster1.xml" Id="Rd4a75982f3b64060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daa632b400b440b6" /><Relationship Type="http://schemas.openxmlformats.org/officeDocument/2006/relationships/notesMaster" Target="/ppt/notesMasters/notesMaster1.xml" Id="Rb1d5727d61f044fa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c8ec89c6dffc4270" /><Relationship Type="http://schemas.openxmlformats.org/officeDocument/2006/relationships/notesMaster" Target="/ppt/notesMasters/notesMaster1.xml" Id="R3fa272b4ffb74e72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6050d6bf2b25460e" /><Relationship Type="http://schemas.openxmlformats.org/officeDocument/2006/relationships/notesMaster" Target="/ppt/notesMasters/notesMaster1.xml" Id="R997b72b16ee3449c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e052e7c21ad442b6" /><Relationship Type="http://schemas.openxmlformats.org/officeDocument/2006/relationships/notesMaster" Target="/ppt/notesMasters/notesMaster1.xml" Id="Rd959ab85e8c24b09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02a0d10575d549dd" /><Relationship Type="http://schemas.openxmlformats.org/officeDocument/2006/relationships/notesMaster" Target="/ppt/notesMasters/notesMaster1.xml" Id="Rc9f89ec61a1448a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[Sources]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docs/enunciado/GenAI_Interview_Instructions.docx.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Logo: https://upload.wikimedia.org/wikipedia/commons/1/1c/Allianz.png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[Sources]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docs/enunciado/GenAI_Interview_Instructions.docx; docs/ESTADO.md, “Fuente documental”.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Logo: https://upload.wikimedia.org/wikipedia/commons/1/1c/Allianz.png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[Sources]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docs/ESTADO.md, “Qué es este proyecto”, “Reglas de aplicabilidad” y “Tabla de culpabilidad CIDE”.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Logo: https://upload.wikimedia.org/wikipedia/commons/1/1c/Allianz.png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[Sources]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docs/evaluation/2026-08-31-golden-set-y-metricas-rag.md, secciones 3.1–3.4; docs/ESTADO.md, defectos end-to-end.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Logo: https://upload.wikimedia.org/wikipedia/commons/1/1c/Allianz.png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[Sources]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docs/ESTADO.md, “Recuperación”, “Workflows” y “Reglas”; docs/evaluation/2026-08-31-golden-set-y-metricas-rag.md.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Logo: https://upload.wikimedia.org/wikipedia/commons/1/1c/Allianz.png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[Sources]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backend/src/bootstrap.py; backend/src/domain; backend/src/application/ports; backend/src/infrastructure/adapters; docs/operacion.md.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Los defaults OpenAI se leen de .env.example; la evaluación live usa GPT-6 Luna. Catálogo oficial: https://developers.openai.com/api/docs/models.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Logo: https://upload.wikimedia.org/wikipedia/commons/1/1c/Allianz.png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[Sources]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docs/ESTADO.md, “Ingestión”, “Índices Qdrant”; docs/ingestion/parser-comparison.md.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Logo: https://upload.wikimedia.org/wikipedia/commons/1/1c/Allianz.png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[Sources]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docs/ESTADO.md, “Ingestión” e “Índices Qdrant”; docs/ingestion/parser-comparison.md.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Logo: https://upload.wikimedia.org/wikipedia/commons/1/1c/Allianz.png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[Sources]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docs/ESTADO.md, “API”, “Workflows” y “Enrutamiento del modo Automático”.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Logo: https://upload.wikimedia.org/wikipedia/commons/1/1c/Allianz.png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[Sources]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backend/src/infrastructure/adapters/outbound/retriever/qdrant_retriever.py; docs/ESTADO.md, “Recuperación”.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Logo: https://upload.wikimedia.org/wikipedia/commons/1/1c/Allianz.png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[Sources]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backend/src/infrastructure/adapters/outbound/question_workflow/langgraph_workflow.py.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Logo: https://upload.wikimedia.org/wikipedia/commons/1/1c/Allianz.png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[Sources]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backend/src/infrastructure/adapters/outbound/claim_workflow/langgraph_workflow.py, _extract_facts y _retrieve_criteria; docs/ESTADO.md.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Logo: https://upload.wikimedia.org/wikipedia/commons/1/1c/Allianz.png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[Sources]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backend/src/infrastructure/adapters/outbound/claim_workflow/langgraph_workflow.py, construcción de StateGraph y _route_after_information.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Logo: https://upload.wikimedia.org/wikipedia/commons/1/1c/Allianz.png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[Sources]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backend/src/domain/rules/applicability.py; backend/src/domain/rules/ruleset.py; backend/src/domain/rules/cide_matrix.py; docs/ESTADO.md.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Logo: https://upload.wikimedia.org/wikipedia/commons/1/1c/Allianz.png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[Sources]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/api/public/v2/observations: https://langfuse.com/docs/api-and-data-platform/features/observations-api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El 26-10-2026 una consulta local devolvió 7 observaciones de una traza question. Una regresión verifica trace_id, langfuse_url y thread_id al interrumpir claim; el enlace no se abrió manualmente en la UI.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Logo: https://upload.wikimedia.org/wikipedia/commons/1/1c/Allianz.png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[Sources]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docs/evaluacion.md; docs/entrega/evidencias/README.md; campañas 26-10-2026, fingerprint f9e6a230…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Baseline Jev/Luna: 330/330 ejecuciones sin error; router Jev y OpenAI Luna 97/110 cada uno; red-team: 0/27 ataques y 0/3 controles en cada una de tres variantes. El modo claim pidió aclaración en 101/110; decisión 0,625 sobre n=8; citas 0,036. No equivale a validación de dominio ni a preparación para producción.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Logo: https://upload.wikimedia.org/wikipedia/commons/1/1c/Allianz.png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[Sources]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docs/enunciado/GenAI_Interview_Instructions.docx.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Plan propuesto para responder al requisito de cinco días; no afirma una cronología real de trabajo.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Logo: https://upload.wikimedia.org/wikipedia/commons/1/1c/Allianz.png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fc95203625f45f2" /></Relationships>
</file>

<file path=ppt/slideLayouts/slideLayout1.xml><?xml version="1.0" encoding="utf-8"?>
<p:sldLayout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07E28F2C-BCB9-481D-A838-76E94338841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9480" y="273600"/>
            <a:ext cx="10972440" cy="114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indent="0" algn="l">
              <a:lnSpc>
                <a:spcPct val="90000"/>
              </a:lnSpc>
              <a:buNone/>
            </a:pPr>
            <a:endParaRPr sz="4400" b="0" u="none" strike="noStrike">
              <a:solidFill>
                <a:schemeClr val="dk1"/>
              </a:solidFill>
              <a:latin typeface="Calibri Light"/>
              <a:ea typeface="Calibri Light"/>
              <a:cs typeface="Calibri Light"/>
            </a:endParaRPr>
          </a:p>
        </p:txBody>
      </p:sp>
      <p:sp>
        <p:nvSpPr>
          <p:cNvPr id="5" name="PlaceHolder 2">
            <a:extLst xmlns:a="http://schemas.openxmlformats.org/drawingml/2006/main">
              <a:ext uri="{FF2B5EF4-FFF2-40B4-BE49-F238E27FC236}">
                <a16:creationId xmlns:a16="http://schemas.microsoft.com/office/drawing/2014/main" id="{AD6AF565-787D-4ADC-8F8F-B8DF58FD3FE8}"/>
              </a:ext>
            </a:extLst>
          </p:cNvPr>
          <p:cNvSpPr>
            <a:spLocks xmlns:a="http://schemas.openxmlformats.org/drawingml/2006/main" noGrp="1"/>
          </p:cNvSpPr>
          <p:nvPr>
            <p:ph type="subTitle" idx="0"/>
          </p:nvPr>
        </p:nvSpPr>
        <p:spPr>
          <a:xfrm xmlns:a="http://schemas.openxmlformats.org/drawingml/2006/main">
            <a:off x="609480" y="1604520"/>
            <a:ext cx="10972440" cy="3977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indent="0" algn="ctr">
              <a:buNone/>
            </a:pPr>
            <a:endParaRPr sz="32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62982aafa7345f1" /><Relationship Type="http://schemas.openxmlformats.org/officeDocument/2006/relationships/slideLayout" Target="/ppt/slideLayouts/slideLayout1.xml" Id="Rb1304359d23540c3" /></Relationships>
</file>

<file path=ppt/slideMasters/slideMaster1.xml><?xml version="1.0" encoding="utf-8"?>
<p:sldMaster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E346B50A-0814-43A0-A6EC-E9CF6E852F4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9480" y="273600"/>
            <a:ext cx="10972440" cy="114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lvl1pPr indent="0" algn="l">
              <a:lnSpc>
                <a:spcPct val="90000"/>
              </a:lnSpc>
              <a:buNone/>
              <a:defRPr sz="4400" b="0" u="none" strike="noStrike">
                <a:solidFill>
                  <a:schemeClr val="dk1"/>
                </a:solidFill>
                <a:latin typeface="Calibri Light"/>
                <a:ea typeface="Calibri Light"/>
                <a:cs typeface="Calibri Light"/>
              </a:defRPr>
            </a:lvl1pPr>
          </a:lstStyle>
          <a:p xmlns:a="http://schemas.openxmlformats.org/drawingml/2006/main">
            <a:pPr indent="0" algn="l">
              <a:lnSpc>
                <a:spcPct val="90000"/>
              </a:lnSpc>
              <a:buNone/>
            </a:pPr>
            <a:r>
              <a:rPr sz="4400" b="0" u="none" strike="noStrike">
                <a:solidFill>
                  <a:schemeClr val="dk1"/>
                </a:solidFill>
                <a:latin typeface="Calibri Light"/>
                <a:ea typeface="Calibri Light"/>
                <a:cs typeface="Calibri Light"/>
              </a:rPr>
              <a:t>Click to edit the title text format</a:t>
            </a:r>
            <a:endParaRPr sz="4400" b="0" u="none" strike="noStrike">
              <a:solidFill>
                <a:schemeClr val="dk1"/>
              </a:solidFill>
              <a:latin typeface="Calibri Light"/>
              <a:ea typeface="Calibri Light"/>
              <a:cs typeface="Calibri Light"/>
            </a:endParaRPr>
          </a:p>
        </p:txBody>
      </p:sp>
      <p:sp>
        <p:nvSpPr>
          <p:cNvPr id="3" name="PlaceHolder 2">
            <a:extLst xmlns:a="http://schemas.openxmlformats.org/drawingml/2006/main">
              <a:ext uri="{FF2B5EF4-FFF2-40B4-BE49-F238E27FC236}">
                <a16:creationId xmlns:a16="http://schemas.microsoft.com/office/drawing/2014/main" id="{5FC61770-9F45-49F5-8135-2E8E6ED88BF9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xfrm xmlns:a="http://schemas.openxmlformats.org/drawingml/2006/main">
            <a:off x="609480" y="1604520"/>
            <a:ext cx="10972440" cy="3977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  <a:defRPr sz="2800" b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1pPr>
            <a:lvl2pPr algn="l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  <a:defRPr sz="2000" b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algn="l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  <a:defRPr sz="1800" b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algn="l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  <a:defRPr sz="1800" b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 sz="2000" b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  <a:lvl6pPr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 sz="2000" b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 sz="2000" b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</a:lstStyle>
          <a:p xmlns:a="http://schemas.openxmlformats.org/drawingml/2006/main">
            <a:pPr marL="432000" indent="-324000" algn="l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2800" b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Click to edit the outline text format</a:t>
            </a:r>
            <a:endParaRPr sz="2800" b="0" u="none" strike="noStrik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864000" lvl="1" indent="-324000" algn="l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2000" b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Second Outline Level</a:t>
            </a:r>
            <a:endParaRPr sz="2000" b="0" u="none" strike="noStrik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1296000" lvl="2" indent="-288000" algn="l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Third Outline Level</a:t>
            </a:r>
            <a:endParaRPr sz="1800" b="0" u="none" strike="noStrik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1728000" lvl="3" indent="-216000" algn="l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1800" b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Fourth Outline Level</a:t>
            </a:r>
            <a:endParaRPr sz="1800" b="0" u="none" strike="noStrik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2160000" lvl="4" indent="-2160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2000" b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Fifth Outline Level</a:t>
            </a:r>
            <a:endParaRPr sz="2000" b="0" u="none" strike="noStrik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2592000" lvl="5" indent="-2160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2000" b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Sixth Outline Level</a:t>
            </a:r>
            <a:endParaRPr sz="2000" b="0" u="none" strike="noStrik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3024000" lvl="6" indent="-2160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2000" b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Seventh Outline Level</a:t>
            </a:r>
            <a:endParaRPr sz="2000" b="0" u="none" strike="noStrik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1304359d23540c3"/>
  </p:sldLayoutIdLst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</a:schemeClr>
            </a:gs>
            <a:gs pos="50000">
              <a:schemeClr val="phClr">
                <a:tint val="73000"/>
                <a:lumMod val="105000"/>
              </a:schemeClr>
            </a:gs>
            <a:gs pos="100000">
              <a:schemeClr val="phClr">
                <a:tint val="81000"/>
                <a:lumMod val="105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4000"/>
                <a:lumMod val="102000"/>
              </a:schemeClr>
            </a:gs>
            <a:gs pos="50000">
              <a:schemeClr val="phClr">
                <a:shade val="100000"/>
                <a:lumMod val="100000"/>
              </a:schemeClr>
            </a:gs>
            <a:gs pos="100000">
              <a:schemeClr val="phClr">
                <a:shade val="78000"/>
                <a:lumMod val="99000"/>
              </a:schemeClr>
            </a:gs>
          </a:gsLst>
          <a:lin ang="5400000" scaled="0"/>
          <a:tileRect l="0" t="0" r="0" b="0"/>
        </a:gradFill>
      </a:fillStyleLst>
      <a:lnStyleLst>
        <a:ln w="12700">
          <a:prstDash val="solid"/>
        </a:ln>
        <a:ln w="19050">
          <a:prstDash val="solid"/>
        </a:ln>
        <a:ln w="2540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218c871b474a02" /><Relationship Type="http://schemas.openxmlformats.org/officeDocument/2006/relationships/image" Target="/ppt/media/image.png" Id="R52ecb151348c4cb7" /><Relationship Type="http://schemas.openxmlformats.org/officeDocument/2006/relationships/notesSlide" Target="/ppt/notesSlides/notesSlide1.xml" Id="Rb65b557fbdba4db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14d86b2a964584" /><Relationship Type="http://schemas.openxmlformats.org/officeDocument/2006/relationships/image" Target="/ppt/media/image2.png" Id="R8d654b20744048e6" /><Relationship Type="http://schemas.openxmlformats.org/officeDocument/2006/relationships/notesSlide" Target="/ppt/notesSlides/notesSlide2.xml" Id="Rcec9c27ea7214d0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f00022c1364a23" /><Relationship Type="http://schemas.openxmlformats.org/officeDocument/2006/relationships/image" Target="/ppt/media/image3.png" Id="Red0b9cdeed824174" /><Relationship Type="http://schemas.openxmlformats.org/officeDocument/2006/relationships/notesSlide" Target="/ppt/notesSlides/notesSlide3.xml" Id="Rfcbfcdeba9b743c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3e7968bbae3430d" /><Relationship Type="http://schemas.openxmlformats.org/officeDocument/2006/relationships/image" Target="/ppt/media/image4.png" Id="Rad771b175cdd48ae" /><Relationship Type="http://schemas.openxmlformats.org/officeDocument/2006/relationships/notesSlide" Target="/ppt/notesSlides/notesSlide4.xml" Id="R3ffe35843c52472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0620787164e41e7" /><Relationship Type="http://schemas.openxmlformats.org/officeDocument/2006/relationships/image" Target="/ppt/media/image5.png" Id="R10bdc481347643b6" /><Relationship Type="http://schemas.openxmlformats.org/officeDocument/2006/relationships/notesSlide" Target="/ppt/notesSlides/notesSlide5.xml" Id="R438cb87339f3442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995029c66be4081" /><Relationship Type="http://schemas.openxmlformats.org/officeDocument/2006/relationships/image" Target="/ppt/media/image6.png" Id="R72ce49ec030f458a" /><Relationship Type="http://schemas.openxmlformats.org/officeDocument/2006/relationships/notesSlide" Target="/ppt/notesSlides/notesSlide6.xml" Id="R4eb7d3d98af748b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b6066efa7fa4fa6" /><Relationship Type="http://schemas.openxmlformats.org/officeDocument/2006/relationships/image" Target="/ppt/media/image7.png" Id="R6434ed8eca8e4a0b" /><Relationship Type="http://schemas.openxmlformats.org/officeDocument/2006/relationships/notesSlide" Target="/ppt/notesSlides/notesSlide7.xml" Id="R61c7d98ee0784e8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584984279a9468c" /><Relationship Type="http://schemas.openxmlformats.org/officeDocument/2006/relationships/image" Target="/ppt/media/image8.png" Id="Rb15567b2a48647f9" /><Relationship Type="http://schemas.openxmlformats.org/officeDocument/2006/relationships/notesSlide" Target="/ppt/notesSlides/notesSlide8.xml" Id="R75ed6e1ffdca46c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19b7a15beb54711" /><Relationship Type="http://schemas.openxmlformats.org/officeDocument/2006/relationships/image" Target="/ppt/media/image9.png" Id="R8dc8407d8c7f4ccb" /><Relationship Type="http://schemas.openxmlformats.org/officeDocument/2006/relationships/notesSlide" Target="/ppt/notesSlides/notesSlide9.xml" Id="Rcfad3a338d6f4d9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fcc6f436b046c3" /><Relationship Type="http://schemas.openxmlformats.org/officeDocument/2006/relationships/image" Target="/ppt/media/image10.png" Id="Rd6c59346e0804a27" /><Relationship Type="http://schemas.openxmlformats.org/officeDocument/2006/relationships/notesSlide" Target="/ppt/notesSlides/notesSlide10.xml" Id="R6f391b4140904b70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bda78918ce4390" /><Relationship Type="http://schemas.openxmlformats.org/officeDocument/2006/relationships/image" Target="/ppt/media/image11.png" Id="R7cc0284de23f481d" /><Relationship Type="http://schemas.openxmlformats.org/officeDocument/2006/relationships/notesSlide" Target="/ppt/notesSlides/notesSlide11.xml" Id="R6276ad2bd17c400a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1687f557bf48e0" /><Relationship Type="http://schemas.openxmlformats.org/officeDocument/2006/relationships/image" Target="/ppt/media/image12.png" Id="R29a89fddbaff41c9" /><Relationship Type="http://schemas.openxmlformats.org/officeDocument/2006/relationships/notesSlide" Target="/ppt/notesSlides/notesSlide12.xml" Id="R43cd3411dc8c41ab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05aabfaa6384362" /><Relationship Type="http://schemas.openxmlformats.org/officeDocument/2006/relationships/image" Target="/ppt/media/image13.png" Id="R0f146bf35fb64a35" /><Relationship Type="http://schemas.openxmlformats.org/officeDocument/2006/relationships/notesSlide" Target="/ppt/notesSlides/notesSlide13.xml" Id="Re2cf99c6f4914b16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727b1780e8f41f7" /><Relationship Type="http://schemas.openxmlformats.org/officeDocument/2006/relationships/image" Target="/ppt/media/image14.png" Id="R44035f8814b04493" /><Relationship Type="http://schemas.openxmlformats.org/officeDocument/2006/relationships/notesSlide" Target="/ppt/notesSlides/notesSlide14.xml" Id="R45176d7eeef0471e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71d74908d034a6d" /><Relationship Type="http://schemas.openxmlformats.org/officeDocument/2006/relationships/image" Target="/ppt/media/image15.png" Id="R015bf5cce3f84d37" /><Relationship Type="http://schemas.openxmlformats.org/officeDocument/2006/relationships/notesSlide" Target="/ppt/notesSlides/notesSlide15.xml" Id="Ra060944d3479463b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badf61715524973" /><Relationship Type="http://schemas.openxmlformats.org/officeDocument/2006/relationships/image" Target="/ppt/media/image16.png" Id="R702845c6d6f94d50" /><Relationship Type="http://schemas.openxmlformats.org/officeDocument/2006/relationships/notesSlide" Target="/ppt/notesSlides/notesSlide16.xml" Id="Rbc3d1e1056454375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5802e79fc1a4e53" /><Relationship Type="http://schemas.openxmlformats.org/officeDocument/2006/relationships/image" Target="/ppt/media/image16.png" Id="Rec48f4f863964e0a" /><Relationship Type="http://schemas.openxmlformats.org/officeDocument/2006/relationships/notesSlide" Target="/ppt/notesSlides/notesSlide17.xml" Id="R261909786d55485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0378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0E73EAF-6CE6-4ABB-B581-909FF62E6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800" y="0"/>
            <a:ext cx="2800080" cy="68576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57A7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endParaRPr sz="1800" b="0" u="none" strike="noStrik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3655EA6-613D-47E3-911E-8B9B6ED09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440"/>
            <a:ext cx="2095200" cy="51408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520546C-F216-4F13-B36C-16A036D5A6E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2ecb151348c4cb7"/>
          <a:stretch xmlns:a="http://schemas.openxmlformats.org/drawingml/2006/main"/>
        </p:blipFill>
        <p:spPr>
          <a:xfrm xmlns:a="http://schemas.openxmlformats.org/drawingml/2006/main">
            <a:off x="1179000" y="647640"/>
            <a:ext cx="994680" cy="25668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pic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97F51E8-7DBF-4049-9BA9-E81161133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0000" y="1809720"/>
            <a:ext cx="6667200" cy="1238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3750" b="1" u="none" strike="noStrike">
                <a:solidFill>
                  <a:srgbClr val="FFFFFF"/>
                </a:solidFill>
                <a:latin typeface="Arial"/>
                <a:ea typeface="Arial"/>
                <a:cs typeface="Arial"/>
              </a:rPr>
              <a:t>CICOS CLAIMS</a:t>
            </a:r>
            <a:endParaRPr sz="3750" b="0" u="none" strike="noStrike">
              <a:solidFill>
                <a:srgbClr val="FFFFFF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3750" b="1" u="none" strike="noStrike">
                <a:solidFill>
                  <a:srgbClr val="FFFFFF"/>
                </a:solidFill>
                <a:latin typeface="Arial"/>
                <a:ea typeface="Arial"/>
                <a:cs typeface="Arial"/>
              </a:rPr>
              <a:t>INTELLIGENCE</a:t>
            </a:r>
            <a:endParaRPr sz="3750" b="0" u="none" strike="noStrik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544DF9D-8508-43B9-BE0B-F133ED063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0000" y="3314880"/>
            <a:ext cx="6667200" cy="62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800" b="0" u="none" strike="noStrike">
                <a:solidFill>
                  <a:srgbClr val="D7EAF7"/>
                </a:solidFill>
                <a:latin typeface="Arial"/>
                <a:ea typeface="Arial"/>
                <a:cs typeface="Arial"/>
              </a:rPr>
              <a:t>RAG trazable para consulta documental y análisis responsable de siniestros.</a:t>
            </a:r>
            <a:endParaRPr sz="1800" b="0" u="none" strike="noStrik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C125493-CB51-4EE0-8BBB-B6F19A643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0000" y="4457520"/>
            <a:ext cx="2457360" cy="36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45A5D5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-44640" rIns="90000" bIns="-4464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endParaRPr sz="1800" b="0" u="none" strike="noStrik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0E4FD09-01DC-40EC-B567-384FCA6B6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0000" y="4667400"/>
            <a:ext cx="4952520" cy="26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350" b="0" u="none" strike="noStrike">
                <a:solidFill>
                  <a:srgbClr val="BDD9EC"/>
                </a:solidFill>
                <a:latin typeface="Arial"/>
                <a:ea typeface="Arial"/>
                <a:cs typeface="Arial"/>
              </a:rPr>
              <a:t>Prueba técnica · presentación de entrega</a:t>
            </a:r>
            <a:endParaRPr sz="1350" b="0" u="none" strike="noStrik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70315540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7014DF7-3B95-4415-8445-3302212E7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4000"/>
            <a:ext cx="4476240" cy="190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900" b="1" u="none" strike="noStrike">
                <a:solidFill>
                  <a:srgbClr val="007AB8"/>
                </a:solidFill>
                <a:latin typeface="Arial"/>
                <a:ea typeface="Arial"/>
                <a:cs typeface="Arial"/>
              </a:rPr>
              <a:t>EL PROBLEMA</a:t>
            </a:r>
            <a:endParaRPr sz="9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F6AB3CE-36A4-45C1-B7E4-4D9835FA7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20"/>
            <a:ext cx="10820160" cy="36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9D9E7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-44640" rIns="90000" bIns="-4464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D1EBAC2-C636-43BF-BF08-FA307F61A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040" y="237960"/>
            <a:ext cx="1142640" cy="2664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647BF2E-9602-43F6-8177-F05D4C7A1DB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d654b20744048e6"/>
          <a:srcRect xmlns:a="http://schemas.openxmlformats.org/drawingml/2006/main" l="0" t="10054" r="0" b="10054"/>
          <a:stretch xmlns:a="http://schemas.openxmlformats.org/drawingml/2006/main"/>
        </p:blipFill>
        <p:spPr>
          <a:xfrm xmlns:a="http://schemas.openxmlformats.org/drawingml/2006/main">
            <a:off x="9696600" y="285840"/>
            <a:ext cx="875880" cy="18072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pic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79D4480-1173-4D8B-970A-862C9A9B6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120" y="324000"/>
            <a:ext cx="456840" cy="190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</a:pPr>
            <a:r>
              <a:rPr sz="900" b="1" u="none" strike="noStrike">
                <a:solidFill>
                  <a:srgbClr val="71859B"/>
                </a:solidFill>
                <a:latin typeface="Arial"/>
                <a:ea typeface="Arial"/>
                <a:cs typeface="Arial"/>
              </a:rPr>
              <a:t>02</a:t>
            </a:r>
            <a:endParaRPr sz="9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79C0B21-3D97-4AAD-B302-846B32445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00080"/>
            <a:ext cx="10820160" cy="999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3000" b="1" u="none" strike="noStrike">
                <a:solidFill>
                  <a:srgbClr val="071E41"/>
                </a:solidFill>
                <a:latin typeface="Arial"/>
                <a:ea typeface="Arial"/>
                <a:cs typeface="Arial"/>
              </a:rPr>
              <a:t>Convertir un manual especializado en respuestas fiables exige algo más que buscar texto.</a:t>
            </a:r>
            <a:endParaRPr sz="3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1E67511-CA65-445D-89A8-3A907D90A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600"/>
            <a:ext cx="10820160" cy="552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500" b="0" u="none" strike="noStrike">
                <a:solidFill>
                  <a:srgbClr val="49627F"/>
                </a:solidFill>
                <a:latin typeface="Arial"/>
                <a:ea typeface="Arial"/>
                <a:cs typeface="Arial"/>
              </a:rPr>
              <a:t>El sistema debe responder preguntas del manual y aplicar sus criterios a relatos de accidentes reales, incompletos o contradictorios.</a:t>
            </a:r>
            <a:endParaRPr sz="15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12443F2-048A-4664-86F1-D787DB6EA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52680"/>
            <a:ext cx="2285640" cy="2091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130" b="1" u="none" strike="noStrike">
                <a:solidFill>
                  <a:srgbClr val="007AB8"/>
                </a:solidFill>
                <a:latin typeface="Arial"/>
                <a:ea typeface="Arial"/>
                <a:cs typeface="Arial"/>
              </a:rPr>
              <a:t>DOS TAREAS DISTINTAS</a:t>
            </a:r>
            <a:endParaRPr sz="113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81A76AC-E649-485A-9545-AAEA93992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33920"/>
            <a:ext cx="2571480" cy="285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800" b="1" u="none" strike="noStrike">
                <a:solidFill>
                  <a:srgbClr val="007AB8"/>
                </a:solidFill>
                <a:latin typeface="Arial"/>
                <a:ea typeface="Arial"/>
                <a:cs typeface="Arial"/>
              </a:rPr>
              <a:t>CONSULTAR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AB6113A-A2DE-4F68-B2A4-4B86D0951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72040"/>
            <a:ext cx="3619080" cy="609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350" b="0" u="none" strike="noStrike">
                <a:solidFill>
                  <a:srgbClr val="49627F"/>
                </a:solidFill>
                <a:latin typeface="Arial"/>
                <a:ea typeface="Arial"/>
                <a:cs typeface="Arial"/>
              </a:rPr>
              <a:t>Localizar y explicar el criterio correcto,</a:t>
            </a:r>
            <a:endParaRPr sz="135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350" b="0" u="none" strike="noStrike">
                <a:solidFill>
                  <a:srgbClr val="49627F"/>
                </a:solidFill>
                <a:latin typeface="Arial"/>
                <a:ea typeface="Arial"/>
                <a:cs typeface="Arial"/>
              </a:rPr>
              <a:t>con una referencia que pueda revisarse.</a:t>
            </a:r>
            <a:endParaRPr sz="135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976F615-40C3-4EE6-8DC7-DA08C3320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600" y="3429000"/>
            <a:ext cx="360" cy="166680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C9D9E7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C1A8DEF-A169-48D9-9377-65BDE053D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80" y="3733920"/>
            <a:ext cx="2571480" cy="285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800" b="1" u="none" strike="noStrike">
                <a:solidFill>
                  <a:srgbClr val="00A6A6"/>
                </a:solidFill>
                <a:latin typeface="Arial"/>
                <a:ea typeface="Arial"/>
                <a:cs typeface="Arial"/>
              </a:rPr>
              <a:t>ANALIZAR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86F8F2B-79CA-43F2-8F86-423057341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80" y="4172040"/>
            <a:ext cx="3619080" cy="609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350" b="0" u="none" strike="noStrike">
                <a:solidFill>
                  <a:srgbClr val="49627F"/>
                </a:solidFill>
                <a:latin typeface="Arial"/>
                <a:ea typeface="Arial"/>
                <a:cs typeface="Arial"/>
              </a:rPr>
              <a:t>Entender qué ocurrió, qué datos faltan</a:t>
            </a:r>
            <a:endParaRPr sz="135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350" b="0" u="none" strike="noStrike">
                <a:solidFill>
                  <a:srgbClr val="49627F"/>
                </a:solidFill>
                <a:latin typeface="Arial"/>
                <a:ea typeface="Arial"/>
                <a:cs typeface="Arial"/>
              </a:rPr>
              <a:t>y qué reglas pueden aplicarse.</a:t>
            </a:r>
            <a:endParaRPr sz="135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6439F18-2BD2-4032-95DC-6E8648159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480" y="3476520"/>
            <a:ext cx="1809360" cy="159984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2F7FB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E0E43C5-69E4-4F68-8881-0EEF432A0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15520" y="3666960"/>
            <a:ext cx="1238040" cy="552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3450" b="1" u="none" strike="noStrike">
                <a:solidFill>
                  <a:srgbClr val="003781"/>
                </a:solidFill>
                <a:latin typeface="Arial"/>
                <a:ea typeface="Arial"/>
                <a:cs typeface="Arial"/>
              </a:rPr>
              <a:t>111</a:t>
            </a:r>
            <a:endParaRPr sz="345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10F8203-D38D-4B1E-BE70-06519720B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920" y="4295880"/>
            <a:ext cx="1428480" cy="552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280" b="1" u="none" strike="noStrike">
                <a:solidFill>
                  <a:srgbClr val="49627F"/>
                </a:solidFill>
                <a:latin typeface="Arial"/>
                <a:ea typeface="Arial"/>
                <a:cs typeface="Arial"/>
              </a:rPr>
              <a:t>páginas de</a:t>
            </a:r>
            <a:endParaRPr sz="128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280" b="1" u="none" strike="noStrike">
                <a:solidFill>
                  <a:srgbClr val="49627F"/>
                </a:solidFill>
                <a:latin typeface="Arial"/>
                <a:ea typeface="Arial"/>
                <a:cs typeface="Arial"/>
              </a:rPr>
              <a:t>conocimiento operativo</a:t>
            </a:r>
            <a:endParaRPr sz="128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017DCD1-7DC0-4339-9337-39C874011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38680"/>
            <a:ext cx="10820160" cy="285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430" b="1" u="none" strike="noStrike">
                <a:solidFill>
                  <a:srgbClr val="071E41"/>
                </a:solidFill>
                <a:latin typeface="Arial"/>
                <a:ea typeface="Arial"/>
                <a:cs typeface="Arial"/>
              </a:rPr>
              <a:t>El valor no está en contestar siempre, sino en saber cuándo existe evidencia suficiente para hacerlo.</a:t>
            </a:r>
            <a:endParaRPr sz="143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21343909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2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AD86982-71F4-4292-83C6-C18652258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4000"/>
            <a:ext cx="4476240" cy="190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900" b="1" u="none" strike="noStrike">
                <a:solidFill>
                  <a:srgbClr val="007AB8"/>
                </a:solidFill>
                <a:latin typeface="Arial"/>
                <a:ea typeface="Arial"/>
                <a:cs typeface="Arial"/>
              </a:rPr>
              <a:t>EL MANUAL CIDE / ASCIDE / CICOS</a:t>
            </a:r>
            <a:endParaRPr sz="9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91ACACB-508A-42C7-8BB2-F84E43441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20"/>
            <a:ext cx="10820160" cy="36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9D9E7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-44640" rIns="90000" bIns="-4464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5767A1A-9F89-4BFE-8894-8EEBD6EA3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040" y="237960"/>
            <a:ext cx="1142640" cy="2664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7ED766E-B98C-49AD-ABDC-D551F808E34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d0b9cdeed824174"/>
          <a:srcRect xmlns:a="http://schemas.openxmlformats.org/drawingml/2006/main" l="0" t="10054" r="0" b="10054"/>
          <a:stretch xmlns:a="http://schemas.openxmlformats.org/drawingml/2006/main"/>
        </p:blipFill>
        <p:spPr>
          <a:xfrm xmlns:a="http://schemas.openxmlformats.org/drawingml/2006/main">
            <a:off x="9696600" y="285840"/>
            <a:ext cx="875880" cy="18072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pic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5114367-825E-4278-B9A1-53ABEE4F5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120" y="324000"/>
            <a:ext cx="456840" cy="190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</a:pPr>
            <a:r>
              <a:rPr sz="900" b="1" u="none" strike="noStrike">
                <a:solidFill>
                  <a:srgbClr val="71859B"/>
                </a:solidFill>
                <a:latin typeface="Arial"/>
                <a:ea typeface="Arial"/>
                <a:cs typeface="Arial"/>
              </a:rPr>
              <a:t>03</a:t>
            </a:r>
            <a:endParaRPr sz="9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25B6421-B2D1-488E-B0D0-22D3FD627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00080"/>
            <a:ext cx="10820160" cy="999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3000" b="1" u="none" strike="noStrike">
                <a:solidFill>
                  <a:srgbClr val="071E41"/>
                </a:solidFill>
                <a:latin typeface="Arial"/>
                <a:ea typeface="Arial"/>
                <a:cs typeface="Arial"/>
              </a:rPr>
              <a:t>El manual organiza la gestión entre aseguradoras mediante condiciones, circunstancias y reglas.</a:t>
            </a:r>
            <a:endParaRPr sz="3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CC0856D1-F67F-47C2-B47B-FA6CCA7D5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600"/>
            <a:ext cx="10820160" cy="552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500" b="0" u="none" strike="noStrike">
                <a:solidFill>
                  <a:srgbClr val="49627F"/>
                </a:solidFill>
                <a:latin typeface="Arial"/>
                <a:ea typeface="Arial"/>
                <a:cs typeface="Arial"/>
              </a:rPr>
              <a:t>No es una colección lineal de respuestas: combina alcance del convenio, declaraciones, maniobras, excepciones y tablas de responsabilidad.</a:t>
            </a:r>
            <a:endParaRPr sz="15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3FCB48D5-6273-4ED9-9353-D5DD6AEF4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1840" y="4047840"/>
            <a:ext cx="8667720" cy="36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C9D9E7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-44640" rIns="90000" bIns="-4464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991E2959-5D33-4154-9CD3-67966D95F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040" y="3543480"/>
            <a:ext cx="685440" cy="68544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9E7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963F162B-6A93-4791-A47D-8BCD38D14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040" y="3695760"/>
            <a:ext cx="685440" cy="33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950" b="1" u="none" strike="noStrike">
                <a:solidFill>
                  <a:srgbClr val="007AB8"/>
                </a:solidFill>
                <a:latin typeface="Arial"/>
                <a:ea typeface="Arial"/>
                <a:cs typeface="Arial"/>
              </a:rPr>
              <a:t>1</a:t>
            </a:r>
            <a:endParaRPr sz="195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B1C3CB26-087E-4A81-A6B8-3B09F1F71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40" y="4476600"/>
            <a:ext cx="1790280" cy="26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050" b="1" u="none" strike="noStrike">
                <a:solidFill>
                  <a:srgbClr val="007AB8"/>
                </a:solidFill>
                <a:latin typeface="Arial"/>
                <a:ea typeface="Arial"/>
                <a:cs typeface="Arial"/>
              </a:rPr>
              <a:t>APLICABILIDAD</a:t>
            </a:r>
            <a:endParaRPr sz="105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BE1AA1E5-A48C-4280-81B2-C70B26508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80" y="4857840"/>
            <a:ext cx="1542600" cy="456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200" b="0" u="none" strike="noStrike">
                <a:solidFill>
                  <a:srgbClr val="49627F"/>
                </a:solidFill>
                <a:latin typeface="Arial"/>
                <a:ea typeface="Arial"/>
                <a:cs typeface="Arial"/>
              </a:rPr>
              <a:t>¿Entra el caso</a:t>
            </a:r>
            <a:endParaRPr sz="12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200" b="0" u="none" strike="noStrike">
                <a:solidFill>
                  <a:srgbClr val="49627F"/>
                </a:solidFill>
                <a:latin typeface="Arial"/>
                <a:ea typeface="Arial"/>
                <a:cs typeface="Arial"/>
              </a:rPr>
              <a:t>en el convenio?</a:t>
            </a:r>
            <a:endParaRPr sz="12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610DA91D-8A72-45D2-A2CB-522143A72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6960" y="3543480"/>
            <a:ext cx="685440" cy="68544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9E7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DEC275A7-8C37-4A73-B9D7-DD0201167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6960" y="3695760"/>
            <a:ext cx="685440" cy="33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950" b="1" u="none" strike="noStrike">
                <a:solidFill>
                  <a:srgbClr val="007AB8"/>
                </a:solidFill>
                <a:latin typeface="Arial"/>
                <a:ea typeface="Arial"/>
                <a:cs typeface="Arial"/>
              </a:rPr>
              <a:t>2</a:t>
            </a:r>
            <a:endParaRPr sz="195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2360855C-0F43-4C86-B4BC-5DD91B011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4720" y="4476600"/>
            <a:ext cx="1790280" cy="26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050" b="1" u="none" strike="noStrike">
                <a:solidFill>
                  <a:srgbClr val="007AB8"/>
                </a:solidFill>
                <a:latin typeface="Arial"/>
                <a:ea typeface="Arial"/>
                <a:cs typeface="Arial"/>
              </a:rPr>
              <a:t>CIRCUNSTANCIAS</a:t>
            </a:r>
            <a:endParaRPr sz="105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FD4979AC-3529-4CB5-B084-B8D958779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60" y="4857840"/>
            <a:ext cx="1542600" cy="456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200" b="0" u="none" strike="noStrike">
                <a:solidFill>
                  <a:srgbClr val="49627F"/>
                </a:solidFill>
                <a:latin typeface="Arial"/>
                <a:ea typeface="Arial"/>
                <a:cs typeface="Arial"/>
              </a:rPr>
              <a:t>¿Qué declaran</a:t>
            </a:r>
            <a:endParaRPr sz="12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200" b="0" u="none" strike="noStrike">
                <a:solidFill>
                  <a:srgbClr val="49627F"/>
                </a:solidFill>
                <a:latin typeface="Arial"/>
                <a:ea typeface="Arial"/>
                <a:cs typeface="Arial"/>
              </a:rPr>
              <a:t>y qué se contradice?</a:t>
            </a:r>
            <a:endParaRPr sz="12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B0E39599-E9F6-4974-9EB0-9FD60713A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240" y="3543480"/>
            <a:ext cx="685440" cy="68544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9E7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4D1052DB-F268-4E85-9AAA-C18ADE514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240" y="3695760"/>
            <a:ext cx="685440" cy="33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950" b="1" u="none" strike="noStrike">
                <a:solidFill>
                  <a:srgbClr val="007AB8"/>
                </a:solidFill>
                <a:latin typeface="Arial"/>
                <a:ea typeface="Arial"/>
                <a:cs typeface="Arial"/>
              </a:rPr>
              <a:t>3</a:t>
            </a:r>
            <a:endParaRPr sz="195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BB8C6D5E-002D-415D-9299-22EEB2D23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7000" y="4476600"/>
            <a:ext cx="1790280" cy="26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050" b="1" u="none" strike="noStrike">
                <a:solidFill>
                  <a:srgbClr val="007AB8"/>
                </a:solidFill>
                <a:latin typeface="Arial"/>
                <a:ea typeface="Arial"/>
                <a:cs typeface="Arial"/>
              </a:rPr>
              <a:t>REGLAS</a:t>
            </a:r>
            <a:endParaRPr sz="105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00FAF85E-6D22-4F5E-A823-8ED5C9B60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840" y="4857840"/>
            <a:ext cx="1542600" cy="456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200" b="0" u="none" strike="noStrike">
                <a:solidFill>
                  <a:srgbClr val="49627F"/>
                </a:solidFill>
                <a:latin typeface="Arial"/>
                <a:ea typeface="Arial"/>
                <a:cs typeface="Arial"/>
              </a:rPr>
              <a:t>¿Qué maniobra</a:t>
            </a:r>
            <a:endParaRPr sz="12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200" b="0" u="none" strike="noStrike">
                <a:solidFill>
                  <a:srgbClr val="49627F"/>
                </a:solidFill>
                <a:latin typeface="Arial"/>
                <a:ea typeface="Arial"/>
                <a:cs typeface="Arial"/>
              </a:rPr>
              <a:t>o criterio aplica?</a:t>
            </a:r>
            <a:endParaRPr sz="12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2E9F091E-4E54-4060-A632-EE9B82E8D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520" y="3543480"/>
            <a:ext cx="685440" cy="68544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003781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endParaRPr sz="1800" b="0" u="none" strike="noStrik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E79ADE5C-E16E-4D6D-8447-015995371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520" y="3695760"/>
            <a:ext cx="685440" cy="33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950" b="1" u="none" strike="noStrike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  <a:endParaRPr sz="195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72E81F51-7E2F-44AE-99C3-6D8908176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9280" y="4476600"/>
            <a:ext cx="1790280" cy="26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050" b="1" u="none" strike="noStrike">
                <a:solidFill>
                  <a:srgbClr val="003781"/>
                </a:solidFill>
                <a:latin typeface="Arial"/>
                <a:ea typeface="Arial"/>
                <a:cs typeface="Arial"/>
              </a:rPr>
              <a:t>ATRIBUCIÓN</a:t>
            </a:r>
            <a:endParaRPr sz="105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ECE2C479-E162-4BF4-AD0C-3118AD1A2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120" y="4857840"/>
            <a:ext cx="1542600" cy="456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200" b="0" u="none" strike="noStrike">
                <a:solidFill>
                  <a:srgbClr val="49627F"/>
                </a:solidFill>
                <a:latin typeface="Arial"/>
                <a:ea typeface="Arial"/>
                <a:cs typeface="Arial"/>
              </a:rPr>
              <a:t>¿Resuelve la matriz</a:t>
            </a:r>
            <a:endParaRPr sz="12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200" b="0" u="none" strike="noStrike">
                <a:solidFill>
                  <a:srgbClr val="49627F"/>
                </a:solidFill>
                <a:latin typeface="Arial"/>
                <a:ea typeface="Arial"/>
                <a:cs typeface="Arial"/>
              </a:rPr>
              <a:t>o falta un dato?</a:t>
            </a:r>
            <a:endParaRPr sz="12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4266B2C7-37B4-48FF-882A-7E5C1A660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57920"/>
            <a:ext cx="10820160" cy="26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430" b="1" u="none" strike="noStrike">
                <a:solidFill>
                  <a:srgbClr val="003781"/>
                </a:solidFill>
                <a:latin typeface="Arial"/>
                <a:ea typeface="Arial"/>
                <a:cs typeface="Arial"/>
              </a:rPr>
              <a:t>La respuesta correcta depende del recorrido completo, no de un párrafo aislado.</a:t>
            </a:r>
            <a:endParaRPr sz="143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56765503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0378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FDAE20ED-B49B-4A85-8C0D-E31695972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4000"/>
            <a:ext cx="4476240" cy="190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900" b="1" u="none" strike="noStrike">
                <a:solidFill>
                  <a:srgbClr val="A9D4EA"/>
                </a:solidFill>
                <a:latin typeface="Arial"/>
                <a:ea typeface="Arial"/>
                <a:cs typeface="Arial"/>
              </a:rPr>
              <a:t>RIESGOS DE UN RAG INGENUO</a:t>
            </a:r>
            <a:endParaRPr sz="900" b="0" u="none" strike="noStrik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7E6CB1DE-CDBE-4B24-A7F7-037D96019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20"/>
            <a:ext cx="10820160" cy="36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3D699D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-44640" rIns="90000" bIns="-4464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endParaRPr sz="1800" b="0" u="none" strike="noStrik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91DDDCFC-C6E9-46F8-87C0-CFEC7ED26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040" y="237960"/>
            <a:ext cx="1142640" cy="2664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79477BAF-B074-44D4-89D7-4669BC3A5E3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d771b175cdd48ae"/>
          <a:srcRect xmlns:a="http://schemas.openxmlformats.org/drawingml/2006/main" l="0" t="10054" r="0" b="10054"/>
          <a:stretch xmlns:a="http://schemas.openxmlformats.org/drawingml/2006/main"/>
        </p:blipFill>
        <p:spPr>
          <a:xfrm xmlns:a="http://schemas.openxmlformats.org/drawingml/2006/main">
            <a:off x="9696600" y="285840"/>
            <a:ext cx="875880" cy="18072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pic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1A685BAB-DE54-4576-B7FC-D93706033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120" y="324000"/>
            <a:ext cx="456840" cy="190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</a:pPr>
            <a:r>
              <a:rPr sz="900" b="1" u="none" strike="noStrike">
                <a:solidFill>
                  <a:srgbClr val="A9D4EA"/>
                </a:solidFill>
                <a:latin typeface="Arial"/>
                <a:ea typeface="Arial"/>
                <a:cs typeface="Arial"/>
              </a:rPr>
              <a:t>04</a:t>
            </a:r>
            <a:endParaRPr sz="900" b="0" u="none" strike="noStrik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BEA59E42-5A16-42AE-9169-B952636E2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00080"/>
            <a:ext cx="10820160" cy="999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3000" b="1" u="none" strike="noStrike">
                <a:solidFill>
                  <a:srgbClr val="FFFFFF"/>
                </a:solidFill>
                <a:latin typeface="Arial"/>
                <a:ea typeface="Arial"/>
                <a:cs typeface="Arial"/>
              </a:rPr>
              <a:t>Una respuesta puede sonar correcta y seguir siendo peligrosa.</a:t>
            </a:r>
            <a:endParaRPr sz="3000" b="0" u="none" strike="noStrik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197AB8C8-7408-491B-A940-630F61852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600"/>
            <a:ext cx="10820160" cy="552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500" b="0" u="none" strike="noStrike">
                <a:solidFill>
                  <a:srgbClr val="D7EAF7"/>
                </a:solidFill>
                <a:latin typeface="Arial"/>
                <a:ea typeface="Arial"/>
                <a:cs typeface="Arial"/>
              </a:rPr>
              <a:t>Los fallos más relevantes aparecen cuando el sistema confunde similitud textual con evidencia suficiente.</a:t>
            </a:r>
            <a:endParaRPr sz="1500" b="0" u="none" strike="noStrik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399607AF-777F-4746-83A3-ED0763CD9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76520"/>
            <a:ext cx="3180960" cy="1523520"/>
          </a:xfrm>
          <a:prstGeom xmlns:a="http://schemas.openxmlformats.org/drawingml/2006/main" prst="roundRect">
            <a:avLst>
              <a:gd name="adj" fmla="val 7500"/>
            </a:avLst>
          </a:prstGeom>
          <a:solidFill xmlns:a="http://schemas.openxmlformats.org/drawingml/2006/main">
            <a:srgbClr val="0A4B93"/>
          </a:solidFill>
          <a:ln xmlns:a="http://schemas.openxmlformats.org/drawingml/2006/main" w="9525">
            <a:solidFill>
              <a:srgbClr val="447DB7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endParaRPr sz="1800" b="0" u="none" strike="noStrik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5C84B677-6084-4B9E-887A-8AF7F8DE6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76520"/>
            <a:ext cx="75960" cy="15235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AB8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endParaRPr sz="1800" b="0" u="none" strike="noStrik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F9EFAE26-098A-4B80-AAA8-D9793686E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840" y="3705120"/>
            <a:ext cx="2666520" cy="228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280" b="1" u="none" strike="noStrike">
                <a:solidFill>
                  <a:srgbClr val="A9D4EA"/>
                </a:solidFill>
                <a:latin typeface="Arial"/>
                <a:ea typeface="Arial"/>
                <a:cs typeface="Arial"/>
              </a:rPr>
              <a:t>CONTEXTO INCOMPLETO</a:t>
            </a:r>
            <a:endParaRPr sz="1280" b="0" u="none" strike="noStrik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9A8F8A2D-2DDF-41CE-9F94-9840523FF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840" y="4133880"/>
            <a:ext cx="2666520" cy="571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350" b="0" u="none" strike="noStrike">
                <a:solidFill>
                  <a:srgbClr val="FFFFFF"/>
                </a:solidFill>
                <a:latin typeface="Arial"/>
                <a:ea typeface="Arial"/>
                <a:cs typeface="Arial"/>
              </a:rPr>
              <a:t>Recupera la regla general,</a:t>
            </a:r>
            <a:endParaRPr sz="1350" b="0" u="none" strike="noStrike">
              <a:solidFill>
                <a:srgbClr val="FFFFFF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350" b="0" u="none" strike="noStrike">
                <a:solidFill>
                  <a:srgbClr val="FFFFFF"/>
                </a:solidFill>
                <a:latin typeface="Arial"/>
                <a:ea typeface="Arial"/>
                <a:cs typeface="Arial"/>
              </a:rPr>
              <a:t>pero no su excepción.</a:t>
            </a:r>
            <a:endParaRPr sz="1350" b="0" u="none" strike="noStrik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040FD313-47A1-4D8F-A479-DC5CDB682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160" y="3476520"/>
            <a:ext cx="3180960" cy="1523520"/>
          </a:xfrm>
          <a:prstGeom xmlns:a="http://schemas.openxmlformats.org/drawingml/2006/main" prst="roundRect">
            <a:avLst>
              <a:gd name="adj" fmla="val 7500"/>
            </a:avLst>
          </a:prstGeom>
          <a:solidFill xmlns:a="http://schemas.openxmlformats.org/drawingml/2006/main">
            <a:srgbClr val="0A4B93"/>
          </a:solidFill>
          <a:ln xmlns:a="http://schemas.openxmlformats.org/drawingml/2006/main" w="9525">
            <a:solidFill>
              <a:srgbClr val="447DB7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endParaRPr sz="1800" b="0" u="none" strike="noStrik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CF11BE5B-03F5-4D1F-80E5-BD65D2A06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160" y="3476520"/>
            <a:ext cx="75960" cy="15235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A623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57AFE233-0896-465A-A9AC-79ACA72A2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560" y="3705120"/>
            <a:ext cx="2666520" cy="228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280" b="1" u="none" strike="noStrike">
                <a:solidFill>
                  <a:srgbClr val="A9D4EA"/>
                </a:solidFill>
                <a:latin typeface="Arial"/>
                <a:ea typeface="Arial"/>
                <a:cs typeface="Arial"/>
              </a:rPr>
              <a:t>VERSIONES EN CONFLICTO</a:t>
            </a:r>
            <a:endParaRPr sz="1280" b="0" u="none" strike="noStrik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E823D03E-501C-4FAF-B869-684632D9A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560" y="4133880"/>
            <a:ext cx="2666520" cy="571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350" b="0" u="none" strike="noStrike">
                <a:solidFill>
                  <a:srgbClr val="FFFFFF"/>
                </a:solidFill>
                <a:latin typeface="Arial"/>
                <a:ea typeface="Arial"/>
                <a:cs typeface="Arial"/>
              </a:rPr>
              <a:t>Convierte una versión del conductor</a:t>
            </a:r>
            <a:endParaRPr sz="1350" b="0" u="none" strike="noStrike">
              <a:solidFill>
                <a:srgbClr val="FFFFFF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350" b="0" u="none" strike="noStrike">
                <a:solidFill>
                  <a:srgbClr val="FFFFFF"/>
                </a:solidFill>
                <a:latin typeface="Arial"/>
                <a:ea typeface="Arial"/>
                <a:cs typeface="Arial"/>
              </a:rPr>
              <a:t>en un hecho confirmado.</a:t>
            </a:r>
            <a:endParaRPr sz="1350" b="0" u="none" strike="noStrik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4F4D2008-B756-44D9-8EAD-FC0F3DF8C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880" y="3476520"/>
            <a:ext cx="3180960" cy="1523520"/>
          </a:xfrm>
          <a:prstGeom xmlns:a="http://schemas.openxmlformats.org/drawingml/2006/main" prst="roundRect">
            <a:avLst>
              <a:gd name="adj" fmla="val 7500"/>
            </a:avLst>
          </a:prstGeom>
          <a:solidFill xmlns:a="http://schemas.openxmlformats.org/drawingml/2006/main">
            <a:srgbClr val="0A4B93"/>
          </a:solidFill>
          <a:ln xmlns:a="http://schemas.openxmlformats.org/drawingml/2006/main" w="9525">
            <a:solidFill>
              <a:srgbClr val="447DB7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endParaRPr sz="1800" b="0" u="none" strike="noStrik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E204673B-C7BB-4D31-B255-82D05A48D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880" y="3476520"/>
            <a:ext cx="75960" cy="15235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5042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endParaRPr sz="1800" b="0" u="none" strike="noStrik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455310C7-A247-494F-8204-137A509E4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920" y="3705120"/>
            <a:ext cx="2666520" cy="228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280" b="1" u="none" strike="noStrike">
                <a:solidFill>
                  <a:srgbClr val="A9D4EA"/>
                </a:solidFill>
                <a:latin typeface="Arial"/>
                <a:ea typeface="Arial"/>
                <a:cs typeface="Arial"/>
              </a:rPr>
              <a:t>DECISIÓN GENERADA</a:t>
            </a:r>
            <a:endParaRPr sz="1280" b="0" u="none" strike="noStrik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7C7D2BA4-AD09-427E-95DF-3A902F5EA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920" y="4133880"/>
            <a:ext cx="2666520" cy="571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350" b="0" u="none" strike="noStrike">
                <a:solidFill>
                  <a:srgbClr val="FFFFFF"/>
                </a:solidFill>
                <a:latin typeface="Arial"/>
                <a:ea typeface="Arial"/>
                <a:cs typeface="Arial"/>
              </a:rPr>
              <a:t>El LLM atribuye responsabilidad</a:t>
            </a:r>
            <a:endParaRPr sz="1350" b="0" u="none" strike="noStrike">
              <a:solidFill>
                <a:srgbClr val="FFFFFF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350" b="0" u="none" strike="noStrike">
                <a:solidFill>
                  <a:srgbClr val="FFFFFF"/>
                </a:solidFill>
                <a:latin typeface="Arial"/>
                <a:ea typeface="Arial"/>
                <a:cs typeface="Arial"/>
              </a:rPr>
              <a:t>aunque falte un dato decisivo.</a:t>
            </a:r>
            <a:endParaRPr sz="1350" b="0" u="none" strike="noStrik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143E6206-01DA-4AC7-A7E5-CA9B6BB5E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19600"/>
            <a:ext cx="10820160" cy="456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430" b="1" u="none" strike="noStrike">
                <a:solidFill>
                  <a:srgbClr val="D8EBF7"/>
                </a:solidFill>
                <a:latin typeface="Arial"/>
                <a:ea typeface="Arial"/>
                <a:cs typeface="Arial"/>
              </a:rPr>
              <a:t>El riesgo de negocio es una conclusión sin trazabilidad: no se puede saber qué evidencia la sostiene ni qué condición se asumió.</a:t>
            </a:r>
            <a:endParaRPr sz="1430" b="0" u="none" strike="noStrik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88529914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20883855-246D-4094-8481-81FED070F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4000"/>
            <a:ext cx="4476240" cy="190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900" b="1" u="none" strike="noStrike">
                <a:solidFill>
                  <a:srgbClr val="007AB8"/>
                </a:solidFill>
                <a:latin typeface="Arial"/>
                <a:ea typeface="Arial"/>
                <a:cs typeface="Arial"/>
              </a:rPr>
              <a:t>RESPUESTA A LOS RIESGOS</a:t>
            </a:r>
            <a:endParaRPr sz="9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8EA35DAC-9F37-4788-9C54-9348B0A7C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20"/>
            <a:ext cx="10820160" cy="36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9D9E7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-44640" rIns="90000" bIns="-4464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92E5EDB0-AD18-42FA-89FF-453F30B66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040" y="237960"/>
            <a:ext cx="1142640" cy="2664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C4325034-461B-4D71-8184-271AA3F5861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0bdc481347643b6"/>
          <a:srcRect xmlns:a="http://schemas.openxmlformats.org/drawingml/2006/main" l="0" t="10054" r="0" b="10054"/>
          <a:stretch xmlns:a="http://schemas.openxmlformats.org/drawingml/2006/main"/>
        </p:blipFill>
        <p:spPr>
          <a:xfrm xmlns:a="http://schemas.openxmlformats.org/drawingml/2006/main">
            <a:off x="9696600" y="285840"/>
            <a:ext cx="875880" cy="18072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pic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3E708836-EE79-49C3-A596-A64BF0DED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120" y="324000"/>
            <a:ext cx="456840" cy="190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</a:pPr>
            <a:r>
              <a:rPr sz="900" b="1" u="none" strike="noStrike">
                <a:solidFill>
                  <a:srgbClr val="71859B"/>
                </a:solidFill>
                <a:latin typeface="Arial"/>
                <a:ea typeface="Arial"/>
                <a:cs typeface="Arial"/>
              </a:rPr>
              <a:t>05</a:t>
            </a:r>
            <a:endParaRPr sz="9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15DB65C0-9AB2-4470-9E20-7BFC161D4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00080"/>
            <a:ext cx="10820160" cy="999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3000" b="1" u="none" strike="noStrike">
                <a:solidFill>
                  <a:srgbClr val="071E41"/>
                </a:solidFill>
                <a:latin typeface="Arial"/>
                <a:ea typeface="Arial"/>
                <a:cs typeface="Arial"/>
              </a:rPr>
              <a:t>Tres controles separan una respuesta útil de una respuesta meramente plausible.</a:t>
            </a:r>
            <a:endParaRPr sz="3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785ED1B1-4A7D-4D25-B1C0-614E6C902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600"/>
            <a:ext cx="10820160" cy="552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500" b="0" u="none" strike="noStrike">
                <a:solidFill>
                  <a:srgbClr val="49627F"/>
                </a:solidFill>
                <a:latin typeface="Arial"/>
                <a:ea typeface="Arial"/>
                <a:cs typeface="Arial"/>
              </a:rPr>
              <a:t>Cada riesgo tiene una salida explícita y verificable.</a:t>
            </a:r>
            <a:endParaRPr sz="15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C5FC0393-2DDA-4889-B009-D52125951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120" y="3333600"/>
            <a:ext cx="475920" cy="428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2250" b="1" u="none" strike="noStrike">
                <a:solidFill>
                  <a:srgbClr val="007AB8"/>
                </a:solidFill>
                <a:latin typeface="Arial"/>
                <a:ea typeface="Arial"/>
                <a:cs typeface="Arial"/>
              </a:rPr>
              <a:t>1</a:t>
            </a:r>
            <a:endParaRPr sz="225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34B304E6-DC65-4201-BDA6-8AE0EECC6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0960" y="3543120"/>
            <a:ext cx="380880" cy="36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007AB8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-44640" rIns="90000" bIns="-4464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5B5CBE72-5FD1-42A5-AAC1-0B3AB3888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8040" y="3333600"/>
            <a:ext cx="2142720" cy="418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500" b="1" u="none" strike="noStrike">
                <a:solidFill>
                  <a:srgbClr val="071E41"/>
                </a:solidFill>
                <a:latin typeface="Arial"/>
                <a:ea typeface="Arial"/>
                <a:cs typeface="Arial"/>
              </a:rPr>
              <a:t>EVIDENCIA</a:t>
            </a:r>
            <a:endParaRPr sz="15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2AB3823B-1BE8-4665-9DD5-E754A693E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520" y="3333600"/>
            <a:ext cx="6286320" cy="418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350" b="0" u="none" strike="noStrike">
                <a:solidFill>
                  <a:srgbClr val="49627F"/>
                </a:solidFill>
                <a:latin typeface="Arial"/>
                <a:ea typeface="Arial"/>
                <a:cs typeface="Arial"/>
              </a:rPr>
              <a:t>Documento, página y fragmento acompañan la respuesta.</a:t>
            </a:r>
            <a:endParaRPr sz="135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D7A42B23-FAF0-45EA-880A-B8C65231E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120" y="4076640"/>
            <a:ext cx="475920" cy="428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2250" b="1" u="none" strike="noStrike">
                <a:solidFill>
                  <a:srgbClr val="F5A623"/>
                </a:solidFill>
                <a:latin typeface="Arial"/>
                <a:ea typeface="Arial"/>
                <a:cs typeface="Arial"/>
              </a:rPr>
              <a:t>2</a:t>
            </a:r>
            <a:endParaRPr sz="225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A61C2C09-91E4-4269-AFAF-CCF3DA0F0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0960" y="4286160"/>
            <a:ext cx="380880" cy="36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F5A623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-44640" rIns="90000" bIns="-4464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F51E7273-8AF5-4249-937F-F4CB3FB89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8040" y="4076640"/>
            <a:ext cx="2142720" cy="418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500" b="1" u="none" strike="noStrike">
                <a:solidFill>
                  <a:srgbClr val="071E41"/>
                </a:solidFill>
                <a:latin typeface="Arial"/>
                <a:ea typeface="Arial"/>
                <a:cs typeface="Arial"/>
              </a:rPr>
              <a:t>INCERTIDUMBRE</a:t>
            </a:r>
            <a:endParaRPr sz="15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30C086B4-0346-40C8-ADC5-F686BC458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520" y="4076640"/>
            <a:ext cx="6286320" cy="418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350" b="0" u="none" strike="noStrike">
                <a:solidFill>
                  <a:srgbClr val="49627F"/>
                </a:solidFill>
                <a:latin typeface="Arial"/>
                <a:ea typeface="Arial"/>
                <a:cs typeface="Arial"/>
              </a:rPr>
              <a:t>Si falta información, el sistema pregunta o se abstiene.</a:t>
            </a:r>
            <a:endParaRPr sz="135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8B0651DC-16A7-44BA-B945-E024F95EB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120" y="4819680"/>
            <a:ext cx="475920" cy="428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2250" b="1" u="none" strike="noStrike">
                <a:solidFill>
                  <a:srgbClr val="00A6A6"/>
                </a:solidFill>
                <a:latin typeface="Arial"/>
                <a:ea typeface="Arial"/>
                <a:cs typeface="Arial"/>
              </a:rPr>
              <a:t>3</a:t>
            </a:r>
            <a:endParaRPr sz="225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72E960B4-6C81-4694-900E-3D8D36088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0960" y="5029200"/>
            <a:ext cx="380880" cy="36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00A6A6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-44640" rIns="90000" bIns="-4464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26EE4FC5-C8B6-418A-B657-813AB6282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8040" y="4819680"/>
            <a:ext cx="2142720" cy="418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500" b="1" u="none" strike="noStrike">
                <a:solidFill>
                  <a:srgbClr val="071E41"/>
                </a:solidFill>
                <a:latin typeface="Arial"/>
                <a:ea typeface="Arial"/>
                <a:cs typeface="Arial"/>
              </a:rPr>
              <a:t>DECISIÓN</a:t>
            </a:r>
            <a:endParaRPr sz="15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BBD2114B-99AA-405E-9E07-CD0DF3D4E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520" y="4819680"/>
            <a:ext cx="6286320" cy="418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350" b="0" u="none" strike="noStrike">
                <a:solidFill>
                  <a:srgbClr val="49627F"/>
                </a:solidFill>
                <a:latin typeface="Arial"/>
                <a:ea typeface="Arial"/>
                <a:cs typeface="Arial"/>
              </a:rPr>
              <a:t>La lógica determinística evalúa reglas y matriz; el LLM explica.</a:t>
            </a:r>
            <a:endParaRPr sz="135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B108788B-3278-4A08-9277-E6B44C919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34080"/>
            <a:ext cx="10820160" cy="37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3781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-6840" rIns="90000" bIns="-684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endParaRPr sz="1800" b="0" u="none" strike="noStrik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F086BCA8-A675-4DF7-8006-EE66156F0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440"/>
            <a:ext cx="10820160" cy="26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430" b="1" u="none" strike="noStrike">
                <a:solidFill>
                  <a:srgbClr val="003781"/>
                </a:solidFill>
                <a:latin typeface="Arial"/>
                <a:ea typeface="Arial"/>
                <a:cs typeface="Arial"/>
              </a:rPr>
              <a:t>Diseño conservador: cuando no se puede justificar una conclusión, no se inventa una.</a:t>
            </a:r>
            <a:endParaRPr sz="143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6277591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0378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74FFFD7A-8A5C-4DFA-921F-7B12C3156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4000"/>
            <a:ext cx="4476240" cy="190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900" b="1" u="none" strike="noStrike">
                <a:solidFill>
                  <a:srgbClr val="A9D4EA"/>
                </a:solidFill>
                <a:latin typeface="Arial"/>
                <a:ea typeface="Arial"/>
                <a:cs typeface="Arial"/>
              </a:rPr>
              <a:t>LA ARQUITECTURA PRIMERO</a:t>
            </a:r>
            <a:endParaRPr sz="900" b="0" u="none" strike="noStrik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FB70A9FE-A42B-43AF-8811-07C403EBE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20"/>
            <a:ext cx="10820160" cy="36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3D699D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-44640" rIns="90000" bIns="-4464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endParaRPr sz="1800" b="0" u="none" strike="noStrik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DB3C6C7D-ACE4-474F-9315-7A716A1FA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040" y="237960"/>
            <a:ext cx="1142640" cy="2664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BCC32E1B-275D-46B0-BCB2-4E1497832EA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2ce49ec030f458a"/>
          <a:srcRect xmlns:a="http://schemas.openxmlformats.org/drawingml/2006/main" l="0" t="10054" r="0" b="10054"/>
          <a:stretch xmlns:a="http://schemas.openxmlformats.org/drawingml/2006/main"/>
        </p:blipFill>
        <p:spPr>
          <a:xfrm xmlns:a="http://schemas.openxmlformats.org/drawingml/2006/main">
            <a:off x="9696600" y="285840"/>
            <a:ext cx="875880" cy="18072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pic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87A92FD9-E0AF-4C07-AF96-8CEAC8550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120" y="324000"/>
            <a:ext cx="456840" cy="190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</a:pPr>
            <a:r>
              <a:rPr sz="900" b="1" u="none" strike="noStrike">
                <a:solidFill>
                  <a:srgbClr val="A9D4EA"/>
                </a:solidFill>
                <a:latin typeface="Arial"/>
                <a:ea typeface="Arial"/>
                <a:cs typeface="Arial"/>
              </a:rPr>
              <a:t>06</a:t>
            </a:r>
            <a:endParaRPr sz="900" b="0" u="none" strike="noStrik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87C162DB-5392-4E32-A7E0-813BA1527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00080"/>
            <a:ext cx="10820160" cy="999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3000" b="1" u="none" strike="noStrike">
                <a:solidFill>
                  <a:srgbClr val="FFFFFF"/>
                </a:solidFill>
                <a:latin typeface="Arial"/>
                <a:ea typeface="Arial"/>
                <a:cs typeface="Arial"/>
              </a:rPr>
              <a:t>Jev clasifica y protege; OpenAI responde y extrae.</a:t>
            </a:r>
            <a:endParaRPr sz="3000" b="0" u="none" strike="noStrik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F95C76AB-B636-4136-9253-7F3AE3866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600"/>
            <a:ext cx="10820160" cy="552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500" b="0" u="none" strike="noStrike">
                <a:solidFill>
                  <a:srgbClr val="D7EAF7"/>
                </a:solidFill>
                <a:latin typeface="Arial"/>
                <a:ea typeface="Arial"/>
                <a:cs typeface="Arial"/>
              </a:rPr>
              <a:t>GPT-6.1 Sol es el default; las llamadas live de OpenAI se evaluaron con GPT-6 Luna.</a:t>
            </a:r>
            <a:endParaRPr sz="1500" b="0" u="none" strike="noStrik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6691E941-1596-4892-A176-DF8AC8781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520" y="4314600"/>
            <a:ext cx="7477200" cy="36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5CA4D2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-44640" rIns="90000" bIns="-4464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endParaRPr sz="1800" b="0" u="none" strike="noStrik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A9FBBA7F-871C-4DB5-A8A0-AE4B029C0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0"/>
            <a:ext cx="1714320" cy="2091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130" b="1" u="none" strike="noStrike">
                <a:solidFill>
                  <a:srgbClr val="A9D4EA"/>
                </a:solidFill>
                <a:latin typeface="Arial"/>
                <a:ea typeface="Arial"/>
                <a:cs typeface="Arial"/>
              </a:rPr>
              <a:t>ENTRADA</a:t>
            </a:r>
            <a:endParaRPr sz="1130" b="0" u="none" strike="noStrik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F9B85BFC-0454-4755-AB3F-C60A773BF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14840"/>
            <a:ext cx="2095200" cy="3045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350" b="1" u="none" strike="noStrike">
                <a:solidFill>
                  <a:srgbClr val="FFFFFF"/>
                </a:solidFill>
                <a:latin typeface="Arial"/>
                <a:ea typeface="Arial"/>
                <a:cs typeface="Arial"/>
              </a:rPr>
              <a:t>FastAPI · SSE · CLI</a:t>
            </a:r>
            <a:endParaRPr sz="1350" b="0" u="none" strike="noStrik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A420581B-16BB-4303-BE99-0142736AF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000" y="3857400"/>
            <a:ext cx="1314720" cy="36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5CA4D2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-44640" rIns="90000" bIns="-4464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endParaRPr sz="1800" b="0" u="none" strike="noStrik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5D99F59C-274F-41F3-85A2-E4EA5507F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52920"/>
            <a:ext cx="1714320" cy="2091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130" b="1" u="none" strike="noStrike">
                <a:solidFill>
                  <a:srgbClr val="A9D4EA"/>
                </a:solidFill>
                <a:latin typeface="Arial"/>
                <a:ea typeface="Arial"/>
                <a:cs typeface="Arial"/>
              </a:rPr>
              <a:t>ORQUESTACIÓN</a:t>
            </a:r>
            <a:endParaRPr sz="1130" b="0" u="none" strike="noStrik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131FD7B1-8E3F-48E0-AC79-49F395170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38760"/>
            <a:ext cx="2095200" cy="3045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350" b="1" u="none" strike="noStrike">
                <a:solidFill>
                  <a:srgbClr val="FFFFFF"/>
                </a:solidFill>
                <a:latin typeface="Arial"/>
                <a:ea typeface="Arial"/>
                <a:cs typeface="Arial"/>
              </a:rPr>
              <a:t>LangGraph</a:t>
            </a:r>
            <a:endParaRPr sz="1350" b="0" u="none" strike="noStrik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081FDD3D-1442-4AAB-B489-3975B8B78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000" y="4981320"/>
            <a:ext cx="1314720" cy="36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5CA4D2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-44640" rIns="90000" bIns="-4464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endParaRPr sz="1800" b="0" u="none" strike="noStrik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2DE6EFDE-E3CC-4DF5-9B2F-46D9D597E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20" y="3333600"/>
            <a:ext cx="4000320" cy="180936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0B4D94"/>
          </a:solidFill>
          <a:ln xmlns:a="http://schemas.openxmlformats.org/drawingml/2006/main" w="9525">
            <a:solidFill>
              <a:srgbClr val="5CA4D2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endParaRPr sz="1800" b="0" u="none" strike="noStrik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C0E1A8E6-02CF-4A89-8C39-81229094B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20" y="3610080"/>
            <a:ext cx="4000320" cy="285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800" b="1" u="none" strike="noStrike">
                <a:solidFill>
                  <a:srgbClr val="FFFFFF"/>
                </a:solidFill>
                <a:latin typeface="Arial"/>
                <a:ea typeface="Arial"/>
                <a:cs typeface="Arial"/>
              </a:rPr>
              <a:t>NÚCLEO</a:t>
            </a:r>
            <a:endParaRPr sz="1800" b="0" u="none" strike="noStrik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B0BE40DE-2414-4EDB-87D0-FC8631C9C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600" y="4114800"/>
            <a:ext cx="3238200" cy="285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430" b="1" u="none" strike="noStrike">
                <a:solidFill>
                  <a:srgbClr val="D8EBF7"/>
                </a:solidFill>
                <a:latin typeface="Arial"/>
                <a:ea typeface="Arial"/>
                <a:cs typeface="Arial"/>
              </a:rPr>
              <a:t>casos de uso · hechos · reglas · decisiones</a:t>
            </a:r>
            <a:endParaRPr sz="1430" b="0" u="none" strike="noStrik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3327439D-406C-4970-BFDA-94F2ACADA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600" y="4524480"/>
            <a:ext cx="3238200" cy="247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280" b="0" u="none" strike="noStrike">
                <a:solidFill>
                  <a:srgbClr val="A9D4EA"/>
                </a:solidFill>
                <a:latin typeface="Arial"/>
                <a:ea typeface="Arial"/>
                <a:cs typeface="Arial"/>
              </a:rPr>
              <a:t>sin dependencias de frameworks</a:t>
            </a:r>
            <a:endParaRPr sz="1280" b="0" u="none" strike="noStrik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4FB4D255-31AB-49CB-8452-685A2B125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040" y="3562200"/>
            <a:ext cx="905040" cy="36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5CA4D2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-44640" rIns="90000" bIns="-4464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endParaRPr sz="1800" b="0" u="none" strike="noStrik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C2A25E29-624E-4AE4-91F2-B9C21B3DA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520" y="3143160"/>
            <a:ext cx="1999800" cy="2091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130" b="1" u="none" strike="noStrike">
                <a:solidFill>
                  <a:srgbClr val="A9D4EA"/>
                </a:solidFill>
                <a:latin typeface="Arial"/>
                <a:ea typeface="Arial"/>
                <a:cs typeface="Arial"/>
              </a:rPr>
              <a:t>MODELOS</a:t>
            </a:r>
            <a:endParaRPr sz="1130" b="0" u="none" strike="noStrik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D9568167-6313-49D6-AF84-A52A13553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520" y="3409920"/>
            <a:ext cx="2190240" cy="323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280" b="1" u="none" strike="noStrike">
                <a:solidFill>
                  <a:srgbClr val="FFFFFF"/>
                </a:solidFill>
                <a:latin typeface="Arial"/>
                <a:ea typeface="Arial"/>
                <a:cs typeface="Arial"/>
              </a:rPr>
              <a:t>GPT-6.1 Sol · default</a:t>
            </a:r>
            <a:endParaRPr sz="1280" b="0" u="none" strike="noStrik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7BFBFC62-68C6-4E0E-B52E-3112B4A0C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040" y="4438440"/>
            <a:ext cx="905040" cy="36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5CA4D2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-44640" rIns="90000" bIns="-4464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endParaRPr sz="1800" b="0" u="none" strike="noStrik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8A737B02-7F02-45EA-A36E-28BFC8D7C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520" y="4019400"/>
            <a:ext cx="1999800" cy="2091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130" b="1" u="none" strike="noStrike">
                <a:solidFill>
                  <a:srgbClr val="A9D4EA"/>
                </a:solidFill>
                <a:latin typeface="Arial"/>
                <a:ea typeface="Arial"/>
                <a:cs typeface="Arial"/>
              </a:rPr>
              <a:t>DATOS</a:t>
            </a:r>
            <a:endParaRPr sz="1130" b="0" u="none" strike="noStrik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9B8A0315-2B76-437A-83FD-80584E261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520" y="4286160"/>
            <a:ext cx="2190240" cy="323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280" b="1" u="none" strike="noStrike">
                <a:solidFill>
                  <a:srgbClr val="FFFFFF"/>
                </a:solidFill>
                <a:latin typeface="Arial"/>
                <a:ea typeface="Arial"/>
                <a:cs typeface="Arial"/>
              </a:rPr>
              <a:t>Qdrant · índice firmado</a:t>
            </a:r>
            <a:endParaRPr sz="1280" b="0" u="none" strike="noStrik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B0EDBD1F-E994-4E8A-B8EF-608FD7EC1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040" y="5314680"/>
            <a:ext cx="905040" cy="36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5CA4D2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-44640" rIns="90000" bIns="-4464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endParaRPr sz="1800" b="0" u="none" strike="noStrik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C09973CF-4185-40F1-9174-1A2B05CEC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520" y="4896000"/>
            <a:ext cx="1999800" cy="2091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130" b="1" u="none" strike="noStrike">
                <a:solidFill>
                  <a:srgbClr val="A9D4EA"/>
                </a:solidFill>
                <a:latin typeface="Arial"/>
                <a:ea typeface="Arial"/>
                <a:cs typeface="Arial"/>
              </a:rPr>
              <a:t>INGESTA</a:t>
            </a:r>
            <a:endParaRPr sz="1130" b="0" u="none" strike="noStrik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D04A6E8E-616F-44CE-81F5-D37D72442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520" y="5162400"/>
            <a:ext cx="2190240" cy="323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280" b="1" u="none" strike="noStrike">
                <a:solidFill>
                  <a:srgbClr val="FFFFFF"/>
                </a:solidFill>
                <a:latin typeface="Arial"/>
                <a:ea typeface="Arial"/>
                <a:cs typeface="Arial"/>
              </a:rPr>
              <a:t>pypdf · Docling</a:t>
            </a:r>
            <a:endParaRPr sz="1280" b="0" u="none" strike="noStrik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75029134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D83114D6-B0D3-468D-8450-C1F4F0BA5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4000"/>
            <a:ext cx="4476240" cy="190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900" b="1" u="none" strike="noStrike">
                <a:solidFill>
                  <a:srgbClr val="007AB8"/>
                </a:solidFill>
                <a:latin typeface="Arial"/>
                <a:ea typeface="Arial"/>
                <a:cs typeface="Arial"/>
              </a:rPr>
              <a:t>INGESTA TRAZABLE</a:t>
            </a:r>
            <a:endParaRPr sz="9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8DBF1E2A-9A27-4D53-B5B1-2E034F506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20"/>
            <a:ext cx="10820160" cy="36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9D9E7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-44640" rIns="90000" bIns="-4464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2830F100-F316-49FC-91F7-61261C547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040" y="237960"/>
            <a:ext cx="1142640" cy="2664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1A671746-88B6-4280-858F-30EDBD21EA9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434ed8eca8e4a0b"/>
          <a:srcRect xmlns:a="http://schemas.openxmlformats.org/drawingml/2006/main" l="0" t="10054" r="0" b="10054"/>
          <a:stretch xmlns:a="http://schemas.openxmlformats.org/drawingml/2006/main"/>
        </p:blipFill>
        <p:spPr>
          <a:xfrm xmlns:a="http://schemas.openxmlformats.org/drawingml/2006/main">
            <a:off x="9696600" y="285840"/>
            <a:ext cx="875880" cy="18072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pic>
      <p:sp>
        <p:nvSpPr>
          <p:cNvPr id="133" name="">
            <a:extLst xmlns:a="http://schemas.openxmlformats.org/drawingml/2006/main">
              <a:ext uri="{FF2B5EF4-FFF2-40B4-BE49-F238E27FC236}">
                <a16:creationId xmlns:a16="http://schemas.microsoft.com/office/drawing/2014/main" id="{E98AA20D-D32E-4ACA-A22D-FAF135D94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120" y="324000"/>
            <a:ext cx="456840" cy="190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</a:pPr>
            <a:r>
              <a:rPr sz="900" b="1" u="none" strike="noStrike">
                <a:solidFill>
                  <a:srgbClr val="71859B"/>
                </a:solidFill>
                <a:latin typeface="Arial"/>
                <a:ea typeface="Arial"/>
                <a:cs typeface="Arial"/>
              </a:rPr>
              <a:t>07</a:t>
            </a:r>
            <a:endParaRPr sz="9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4" name="">
            <a:extLst xmlns:a="http://schemas.openxmlformats.org/drawingml/2006/main">
              <a:ext uri="{FF2B5EF4-FFF2-40B4-BE49-F238E27FC236}">
                <a16:creationId xmlns:a16="http://schemas.microsoft.com/office/drawing/2014/main" id="{22A1CD57-B9BB-49A0-86BA-6DC95CD02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00080"/>
            <a:ext cx="10820160" cy="999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3000" b="1" u="none" strike="noStrike">
                <a:solidFill>
                  <a:srgbClr val="071E41"/>
                </a:solidFill>
                <a:latin typeface="Arial"/>
                <a:ea typeface="Arial"/>
                <a:cs typeface="Arial"/>
              </a:rPr>
              <a:t>La ingesta transforma el PDF en evidencia versionada antes de indexarlo.</a:t>
            </a:r>
            <a:endParaRPr sz="3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5" name="">
            <a:extLst xmlns:a="http://schemas.openxmlformats.org/drawingml/2006/main">
              <a:ext uri="{FF2B5EF4-FFF2-40B4-BE49-F238E27FC236}">
                <a16:creationId xmlns:a16="http://schemas.microsoft.com/office/drawing/2014/main" id="{CBB96B19-3D58-49CF-A34C-39A37AD01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600"/>
            <a:ext cx="10820160" cy="552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500" b="0" u="none" strike="noStrike">
                <a:solidFill>
                  <a:srgbClr val="49627F"/>
                </a:solidFill>
                <a:latin typeface="Arial"/>
                <a:ea typeface="Arial"/>
                <a:cs typeface="Arial"/>
              </a:rPr>
              <a:t>La identidad del documento y de cada página se conserva durante todo el recorrido.</a:t>
            </a:r>
            <a:endParaRPr sz="15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6" name="">
            <a:extLst xmlns:a="http://schemas.openxmlformats.org/drawingml/2006/main">
              <a:ext uri="{FF2B5EF4-FFF2-40B4-BE49-F238E27FC236}">
                <a16:creationId xmlns:a16="http://schemas.microsoft.com/office/drawing/2014/main" id="{885C869D-BC93-48D3-9B0C-0E15A9E42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520" y="4095720"/>
            <a:ext cx="333360" cy="36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007AB8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-44640" rIns="90000" bIns="-4464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7" name="">
            <a:extLst xmlns:a="http://schemas.openxmlformats.org/drawingml/2006/main">
              <a:ext uri="{FF2B5EF4-FFF2-40B4-BE49-F238E27FC236}">
                <a16:creationId xmlns:a16="http://schemas.microsoft.com/office/drawing/2014/main" id="{74DDEA4D-E093-4F07-85CB-12DF207D4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9080" y="4048200"/>
            <a:ext cx="95040" cy="95040"/>
          </a:xfrm>
          <a:prstGeom xmlns:a="http://schemas.openxmlformats.org/drawingml/2006/main" prst="triangle">
            <a:avLst>
              <a:gd name="adj" fmla="val 50000"/>
            </a:avLst>
          </a:prstGeom>
          <a:solidFill xmlns:a="http://schemas.openxmlformats.org/drawingml/2006/main">
            <a:srgbClr val="007AB8"/>
          </a:solidFill>
          <a:ln xmlns:a="http://schemas.openxmlformats.org/drawingml/2006/main" w="0">
            <a:solidFill>
              <a:srgbClr val="007AB8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2880" rIns="90000" bIns="288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endParaRPr sz="1800" b="0" u="none" strike="noStrik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8" name="">
            <a:extLst xmlns:a="http://schemas.openxmlformats.org/drawingml/2006/main">
              <a:ext uri="{FF2B5EF4-FFF2-40B4-BE49-F238E27FC236}">
                <a16:creationId xmlns:a16="http://schemas.microsoft.com/office/drawing/2014/main" id="{DDD0B007-9921-4B34-A63A-BCFB20908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960" y="3476520"/>
            <a:ext cx="1885680" cy="119988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2F7FB"/>
          </a:solidFill>
          <a:ln xmlns:a="http://schemas.openxmlformats.org/drawingml/2006/main" w="9525">
            <a:solidFill>
              <a:srgbClr val="C9D9E7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9" name="">
            <a:extLst xmlns:a="http://schemas.openxmlformats.org/drawingml/2006/main">
              <a:ext uri="{FF2B5EF4-FFF2-40B4-BE49-F238E27FC236}">
                <a16:creationId xmlns:a16="http://schemas.microsoft.com/office/drawing/2014/main" id="{FDC5983A-E59A-4CC9-81A8-7AA6DF72B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440" y="3629160"/>
            <a:ext cx="1657080" cy="228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280" b="1" u="none" strike="noStrike">
                <a:solidFill>
                  <a:srgbClr val="007AB8"/>
                </a:solidFill>
                <a:latin typeface="Arial"/>
                <a:ea typeface="Arial"/>
                <a:cs typeface="Arial"/>
              </a:rPr>
              <a:t>VALIDAR</a:t>
            </a:r>
            <a:endParaRPr sz="128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0" name="">
            <a:extLst xmlns:a="http://schemas.openxmlformats.org/drawingml/2006/main">
              <a:ext uri="{FF2B5EF4-FFF2-40B4-BE49-F238E27FC236}">
                <a16:creationId xmlns:a16="http://schemas.microsoft.com/office/drawing/2014/main" id="{739BFB46-8338-4CE9-A880-D25DDFFFC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520" y="3943440"/>
            <a:ext cx="1618920" cy="609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200" b="1" u="none" strike="noStrike">
                <a:solidFill>
                  <a:srgbClr val="071E41"/>
                </a:solidFill>
                <a:latin typeface="Arial"/>
                <a:ea typeface="Arial"/>
                <a:cs typeface="Arial"/>
              </a:rPr>
              <a:t>PDF, páginas</a:t>
            </a:r>
            <a:endParaRPr sz="12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200" b="1" u="none" strike="noStrike">
                <a:solidFill>
                  <a:srgbClr val="071E41"/>
                </a:solidFill>
                <a:latin typeface="Arial"/>
                <a:ea typeface="Arial"/>
                <a:cs typeface="Arial"/>
              </a:rPr>
              <a:t>y SHA-256</a:t>
            </a:r>
            <a:endParaRPr sz="12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1" name="">
            <a:extLst xmlns:a="http://schemas.openxmlformats.org/drawingml/2006/main">
              <a:ext uri="{FF2B5EF4-FFF2-40B4-BE49-F238E27FC236}">
                <a16:creationId xmlns:a16="http://schemas.microsoft.com/office/drawing/2014/main" id="{3D102872-E897-4B4D-B975-CCDE3F201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120" y="4095720"/>
            <a:ext cx="333360" cy="36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007AB8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-44640" rIns="90000" bIns="-4464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2" name="">
            <a:extLst xmlns:a="http://schemas.openxmlformats.org/drawingml/2006/main">
              <a:ext uri="{FF2B5EF4-FFF2-40B4-BE49-F238E27FC236}">
                <a16:creationId xmlns:a16="http://schemas.microsoft.com/office/drawing/2014/main" id="{69E0CF0E-2BC7-475E-9C32-F427AD562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680" y="4048200"/>
            <a:ext cx="95040" cy="95040"/>
          </a:xfrm>
          <a:prstGeom xmlns:a="http://schemas.openxmlformats.org/drawingml/2006/main" prst="triangle">
            <a:avLst>
              <a:gd name="adj" fmla="val 50000"/>
            </a:avLst>
          </a:prstGeom>
          <a:solidFill xmlns:a="http://schemas.openxmlformats.org/drawingml/2006/main">
            <a:srgbClr val="007AB8"/>
          </a:solidFill>
          <a:ln xmlns:a="http://schemas.openxmlformats.org/drawingml/2006/main" w="0">
            <a:solidFill>
              <a:srgbClr val="007AB8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2880" rIns="90000" bIns="288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endParaRPr sz="1800" b="0" u="none" strike="noStrik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3" name="">
            <a:extLst xmlns:a="http://schemas.openxmlformats.org/drawingml/2006/main">
              <a:ext uri="{FF2B5EF4-FFF2-40B4-BE49-F238E27FC236}">
                <a16:creationId xmlns:a16="http://schemas.microsoft.com/office/drawing/2014/main" id="{9BA4F0C3-A65C-49FE-9276-EF10EEE8C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2560" y="3476520"/>
            <a:ext cx="1885680" cy="119988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2F7FB"/>
          </a:solidFill>
          <a:ln xmlns:a="http://schemas.openxmlformats.org/drawingml/2006/main" w="9525">
            <a:solidFill>
              <a:srgbClr val="C9D9E7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4" name="">
            <a:extLst xmlns:a="http://schemas.openxmlformats.org/drawingml/2006/main">
              <a:ext uri="{FF2B5EF4-FFF2-40B4-BE49-F238E27FC236}">
                <a16:creationId xmlns:a16="http://schemas.microsoft.com/office/drawing/2014/main" id="{90AC3AFC-7B68-4615-A5C2-D1DBA8F29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7040" y="3629160"/>
            <a:ext cx="1657080" cy="228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280" b="1" u="none" strike="noStrike">
                <a:solidFill>
                  <a:srgbClr val="007AB8"/>
                </a:solidFill>
                <a:latin typeface="Arial"/>
                <a:ea typeface="Arial"/>
                <a:cs typeface="Arial"/>
              </a:rPr>
              <a:t>EXTRAER</a:t>
            </a:r>
            <a:endParaRPr sz="128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5" name="">
            <a:extLst xmlns:a="http://schemas.openxmlformats.org/drawingml/2006/main">
              <a:ext uri="{FF2B5EF4-FFF2-40B4-BE49-F238E27FC236}">
                <a16:creationId xmlns:a16="http://schemas.microsoft.com/office/drawing/2014/main" id="{E305ACA4-319B-4404-BD45-0FD789C74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6120" y="3943440"/>
            <a:ext cx="1618920" cy="609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200" b="1" u="none" strike="noStrike">
                <a:solidFill>
                  <a:srgbClr val="071E41"/>
                </a:solidFill>
                <a:latin typeface="Arial"/>
                <a:ea typeface="Arial"/>
                <a:cs typeface="Arial"/>
              </a:rPr>
              <a:t>texto, estructura</a:t>
            </a:r>
            <a:endParaRPr sz="12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200" b="1" u="none" strike="noStrike">
                <a:solidFill>
                  <a:srgbClr val="071E41"/>
                </a:solidFill>
                <a:latin typeface="Arial"/>
                <a:ea typeface="Arial"/>
                <a:cs typeface="Arial"/>
              </a:rPr>
              <a:t>y diagnósticos</a:t>
            </a:r>
            <a:endParaRPr sz="12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6" name="">
            <a:extLst xmlns:a="http://schemas.openxmlformats.org/drawingml/2006/main">
              <a:ext uri="{FF2B5EF4-FFF2-40B4-BE49-F238E27FC236}">
                <a16:creationId xmlns:a16="http://schemas.microsoft.com/office/drawing/2014/main" id="{2D2AE1B9-FFE1-4505-A26C-31BAACC56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8720" y="4095720"/>
            <a:ext cx="333360" cy="36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007AB8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-44640" rIns="90000" bIns="-4464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7" name="">
            <a:extLst xmlns:a="http://schemas.openxmlformats.org/drawingml/2006/main">
              <a:ext uri="{FF2B5EF4-FFF2-40B4-BE49-F238E27FC236}">
                <a16:creationId xmlns:a16="http://schemas.microsoft.com/office/drawing/2014/main" id="{E7BED046-F3A6-427F-B2F9-1B1E56EFA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80" y="4048200"/>
            <a:ext cx="95040" cy="95040"/>
          </a:xfrm>
          <a:prstGeom xmlns:a="http://schemas.openxmlformats.org/drawingml/2006/main" prst="triangle">
            <a:avLst>
              <a:gd name="adj" fmla="val 50000"/>
            </a:avLst>
          </a:prstGeom>
          <a:solidFill xmlns:a="http://schemas.openxmlformats.org/drawingml/2006/main">
            <a:srgbClr val="007AB8"/>
          </a:solidFill>
          <a:ln xmlns:a="http://schemas.openxmlformats.org/drawingml/2006/main" w="0">
            <a:solidFill>
              <a:srgbClr val="007AB8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2880" rIns="90000" bIns="288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endParaRPr sz="1800" b="0" u="none" strike="noStrik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8" name="">
            <a:extLst xmlns:a="http://schemas.openxmlformats.org/drawingml/2006/main">
              <a:ext uri="{FF2B5EF4-FFF2-40B4-BE49-F238E27FC236}">
                <a16:creationId xmlns:a16="http://schemas.microsoft.com/office/drawing/2014/main" id="{73DDE6E8-2B78-4689-B9D4-B5E759CB8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520" y="3476520"/>
            <a:ext cx="1885680" cy="119988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2F7FB"/>
          </a:solidFill>
          <a:ln xmlns:a="http://schemas.openxmlformats.org/drawingml/2006/main" w="9525">
            <a:solidFill>
              <a:srgbClr val="C9D9E7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9" name="">
            <a:extLst xmlns:a="http://schemas.openxmlformats.org/drawingml/2006/main">
              <a:ext uri="{FF2B5EF4-FFF2-40B4-BE49-F238E27FC236}">
                <a16:creationId xmlns:a16="http://schemas.microsoft.com/office/drawing/2014/main" id="{4C3B7EEA-EEEA-4A92-9FDF-39E7B9E0F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640" y="3629160"/>
            <a:ext cx="1657080" cy="228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280" b="1" u="none" strike="noStrike">
                <a:solidFill>
                  <a:srgbClr val="007AB8"/>
                </a:solidFill>
                <a:latin typeface="Arial"/>
                <a:ea typeface="Arial"/>
                <a:cs typeface="Arial"/>
              </a:rPr>
              <a:t>SEGMENTAR</a:t>
            </a:r>
            <a:endParaRPr sz="128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0" name="">
            <a:extLst xmlns:a="http://schemas.openxmlformats.org/drawingml/2006/main">
              <a:ext uri="{FF2B5EF4-FFF2-40B4-BE49-F238E27FC236}">
                <a16:creationId xmlns:a16="http://schemas.microsoft.com/office/drawing/2014/main" id="{000681AF-623E-43D1-A0C9-F3CCFAA8C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20" y="3943440"/>
            <a:ext cx="1618920" cy="609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200" b="1" u="none" strike="noStrike">
                <a:solidFill>
                  <a:srgbClr val="071E41"/>
                </a:solidFill>
                <a:latin typeface="Arial"/>
                <a:ea typeface="Arial"/>
                <a:cs typeface="Arial"/>
              </a:rPr>
              <a:t>chunks ligados</a:t>
            </a:r>
            <a:endParaRPr sz="12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200" b="1" u="none" strike="noStrike">
                <a:solidFill>
                  <a:srgbClr val="071E41"/>
                </a:solidFill>
                <a:latin typeface="Arial"/>
                <a:ea typeface="Arial"/>
                <a:cs typeface="Arial"/>
              </a:rPr>
              <a:t>a evidencias</a:t>
            </a:r>
            <a:endParaRPr sz="12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1" name="">
            <a:extLst xmlns:a="http://schemas.openxmlformats.org/drawingml/2006/main">
              <a:ext uri="{FF2B5EF4-FFF2-40B4-BE49-F238E27FC236}">
                <a16:creationId xmlns:a16="http://schemas.microsoft.com/office/drawing/2014/main" id="{29532439-D199-49EC-AF43-753948A48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320" y="4095720"/>
            <a:ext cx="333360" cy="36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007AB8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-44640" rIns="90000" bIns="-4464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2" name="">
            <a:extLst xmlns:a="http://schemas.openxmlformats.org/drawingml/2006/main">
              <a:ext uri="{FF2B5EF4-FFF2-40B4-BE49-F238E27FC236}">
                <a16:creationId xmlns:a16="http://schemas.microsoft.com/office/drawing/2014/main" id="{9BDBF079-517C-47CB-97CA-5B15323BA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86880" y="4048200"/>
            <a:ext cx="95040" cy="95040"/>
          </a:xfrm>
          <a:prstGeom xmlns:a="http://schemas.openxmlformats.org/drawingml/2006/main" prst="triangle">
            <a:avLst>
              <a:gd name="adj" fmla="val 50000"/>
            </a:avLst>
          </a:prstGeom>
          <a:solidFill xmlns:a="http://schemas.openxmlformats.org/drawingml/2006/main">
            <a:srgbClr val="007AB8"/>
          </a:solidFill>
          <a:ln xmlns:a="http://schemas.openxmlformats.org/drawingml/2006/main" w="0">
            <a:solidFill>
              <a:srgbClr val="007AB8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2880" rIns="90000" bIns="288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endParaRPr sz="1800" b="0" u="none" strike="noStrik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3" name="">
            <a:extLst xmlns:a="http://schemas.openxmlformats.org/drawingml/2006/main">
              <a:ext uri="{FF2B5EF4-FFF2-40B4-BE49-F238E27FC236}">
                <a16:creationId xmlns:a16="http://schemas.microsoft.com/office/drawing/2014/main" id="{E618F2B7-6A40-497C-AC5E-261549FA0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8120" y="3476520"/>
            <a:ext cx="1885680" cy="119988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2F7FB"/>
          </a:solidFill>
          <a:ln xmlns:a="http://schemas.openxmlformats.org/drawingml/2006/main" w="9525">
            <a:solidFill>
              <a:srgbClr val="C9D9E7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4" name="">
            <a:extLst xmlns:a="http://schemas.openxmlformats.org/drawingml/2006/main">
              <a:ext uri="{FF2B5EF4-FFF2-40B4-BE49-F238E27FC236}">
                <a16:creationId xmlns:a16="http://schemas.microsoft.com/office/drawing/2014/main" id="{193BF68E-C968-4419-AFAF-55FE4EFB5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240" y="3629160"/>
            <a:ext cx="1657080" cy="228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280" b="1" u="none" strike="noStrike">
                <a:solidFill>
                  <a:srgbClr val="007AB8"/>
                </a:solidFill>
                <a:latin typeface="Arial"/>
                <a:ea typeface="Arial"/>
                <a:cs typeface="Arial"/>
              </a:rPr>
              <a:t>PUBLICAR</a:t>
            </a:r>
            <a:endParaRPr sz="128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5" name="">
            <a:extLst xmlns:a="http://schemas.openxmlformats.org/drawingml/2006/main">
              <a:ext uri="{FF2B5EF4-FFF2-40B4-BE49-F238E27FC236}">
                <a16:creationId xmlns:a16="http://schemas.microsoft.com/office/drawing/2014/main" id="{F727C90A-70EF-4F4D-9453-76797E015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1320" y="3943440"/>
            <a:ext cx="1618920" cy="609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200" b="1" u="none" strike="noStrike">
                <a:solidFill>
                  <a:srgbClr val="071E41"/>
                </a:solidFill>
                <a:latin typeface="Arial"/>
                <a:ea typeface="Arial"/>
                <a:cs typeface="Arial"/>
              </a:rPr>
              <a:t>manifest y artefactos</a:t>
            </a:r>
            <a:endParaRPr sz="12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200" b="1" u="none" strike="noStrike">
                <a:solidFill>
                  <a:srgbClr val="071E41"/>
                </a:solidFill>
                <a:latin typeface="Arial"/>
                <a:ea typeface="Arial"/>
                <a:cs typeface="Arial"/>
              </a:rPr>
              <a:t>inmutables</a:t>
            </a:r>
            <a:endParaRPr sz="12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6" name="">
            <a:extLst xmlns:a="http://schemas.openxmlformats.org/drawingml/2006/main">
              <a:ext uri="{FF2B5EF4-FFF2-40B4-BE49-F238E27FC236}">
                <a16:creationId xmlns:a16="http://schemas.microsoft.com/office/drawing/2014/main" id="{BE555B38-4CF5-44EB-AD5A-8828798B0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20" y="3476520"/>
            <a:ext cx="1885680" cy="119988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003781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endParaRPr sz="1800" b="0" u="none" strike="noStrik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7" name="">
            <a:extLst xmlns:a="http://schemas.openxmlformats.org/drawingml/2006/main">
              <a:ext uri="{FF2B5EF4-FFF2-40B4-BE49-F238E27FC236}">
                <a16:creationId xmlns:a16="http://schemas.microsoft.com/office/drawing/2014/main" id="{C27C3F63-6C9A-4B8E-9610-34B166F9E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200" y="3629160"/>
            <a:ext cx="1657080" cy="228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280" b="1" u="none" strike="noStrike">
                <a:solidFill>
                  <a:srgbClr val="FFFFFF"/>
                </a:solidFill>
                <a:latin typeface="Arial"/>
                <a:ea typeface="Arial"/>
                <a:cs typeface="Arial"/>
              </a:rPr>
              <a:t>INDEXAR</a:t>
            </a:r>
            <a:endParaRPr sz="128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8" name="">
            <a:extLst xmlns:a="http://schemas.openxmlformats.org/drawingml/2006/main">
              <a:ext uri="{FF2B5EF4-FFF2-40B4-BE49-F238E27FC236}">
                <a16:creationId xmlns:a16="http://schemas.microsoft.com/office/drawing/2014/main" id="{08CEB900-0BAC-4BA3-8280-2AEF93750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280" y="3943440"/>
            <a:ext cx="1618920" cy="609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200" b="1" u="none" strike="noStrike">
                <a:solidFill>
                  <a:srgbClr val="D8EBF7"/>
                </a:solidFill>
                <a:latin typeface="Arial"/>
                <a:ea typeface="Arial"/>
                <a:cs typeface="Arial"/>
              </a:rPr>
              <a:t>colección firmada</a:t>
            </a:r>
            <a:endParaRPr sz="12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200" b="1" u="none" strike="noStrike">
                <a:solidFill>
                  <a:srgbClr val="D8EBF7"/>
                </a:solidFill>
                <a:latin typeface="Arial"/>
                <a:ea typeface="Arial"/>
                <a:cs typeface="Arial"/>
              </a:rPr>
              <a:t>y alias activo</a:t>
            </a:r>
            <a:endParaRPr sz="12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9" name="">
            <a:extLst xmlns:a="http://schemas.openxmlformats.org/drawingml/2006/main">
              <a:ext uri="{FF2B5EF4-FFF2-40B4-BE49-F238E27FC236}">
                <a16:creationId xmlns:a16="http://schemas.microsoft.com/office/drawing/2014/main" id="{6CEAA53C-17AB-4D48-9B0C-3080C6CDF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19600"/>
            <a:ext cx="10820160" cy="285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430" b="1" u="none" strike="noStrike">
                <a:solidFill>
                  <a:srgbClr val="003781"/>
                </a:solidFill>
                <a:latin typeface="Arial"/>
                <a:ea typeface="Arial"/>
                <a:cs typeface="Arial"/>
              </a:rPr>
              <a:t>La publicación es atómica: el índice activo solo apunta a una extracción completa y compatible.</a:t>
            </a:r>
            <a:endParaRPr sz="143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0005331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2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0" name="">
            <a:extLst xmlns:a="http://schemas.openxmlformats.org/drawingml/2006/main">
              <a:ext uri="{FF2B5EF4-FFF2-40B4-BE49-F238E27FC236}">
                <a16:creationId xmlns:a16="http://schemas.microsoft.com/office/drawing/2014/main" id="{973E99C7-7549-4BE3-A36C-7BD90C933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4000"/>
            <a:ext cx="4476240" cy="190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900" b="1" u="none" strike="noStrike">
                <a:solidFill>
                  <a:srgbClr val="007AB8"/>
                </a:solidFill>
                <a:latin typeface="Arial"/>
                <a:ea typeface="Arial"/>
                <a:cs typeface="Arial"/>
              </a:rPr>
              <a:t>DOS ESTRATEGIAS DE INGESTA</a:t>
            </a:r>
            <a:endParaRPr sz="9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1" name="">
            <a:extLst xmlns:a="http://schemas.openxmlformats.org/drawingml/2006/main">
              <a:ext uri="{FF2B5EF4-FFF2-40B4-BE49-F238E27FC236}">
                <a16:creationId xmlns:a16="http://schemas.microsoft.com/office/drawing/2014/main" id="{95C61649-6699-4CF5-8324-56B9510FC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20"/>
            <a:ext cx="10820160" cy="36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9D9E7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-44640" rIns="90000" bIns="-4464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2" name="">
            <a:extLst xmlns:a="http://schemas.openxmlformats.org/drawingml/2006/main">
              <a:ext uri="{FF2B5EF4-FFF2-40B4-BE49-F238E27FC236}">
                <a16:creationId xmlns:a16="http://schemas.microsoft.com/office/drawing/2014/main" id="{9CB42C91-120A-4F5F-85D8-27449B578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040" y="237960"/>
            <a:ext cx="1142640" cy="2664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163" name="">
            <a:extLst xmlns:a="http://schemas.openxmlformats.org/drawingml/2006/main">
              <a:ext uri="{FF2B5EF4-FFF2-40B4-BE49-F238E27FC236}">
                <a16:creationId xmlns:a16="http://schemas.microsoft.com/office/drawing/2014/main" id="{E3BE1F1B-A3C7-4EBC-9D1B-784FE22DEFE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15567b2a48647f9"/>
          <a:srcRect xmlns:a="http://schemas.openxmlformats.org/drawingml/2006/main" l="0" t="10054" r="0" b="10054"/>
          <a:stretch xmlns:a="http://schemas.openxmlformats.org/drawingml/2006/main"/>
        </p:blipFill>
        <p:spPr>
          <a:xfrm xmlns:a="http://schemas.openxmlformats.org/drawingml/2006/main">
            <a:off x="9696600" y="285840"/>
            <a:ext cx="875880" cy="18072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pic>
      <p:sp>
        <p:nvSpPr>
          <p:cNvPr id="164" name="">
            <a:extLst xmlns:a="http://schemas.openxmlformats.org/drawingml/2006/main">
              <a:ext uri="{FF2B5EF4-FFF2-40B4-BE49-F238E27FC236}">
                <a16:creationId xmlns:a16="http://schemas.microsoft.com/office/drawing/2014/main" id="{CC1F42C3-C14E-4892-8E2F-75D82A0C6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120" y="324000"/>
            <a:ext cx="456840" cy="190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</a:pPr>
            <a:r>
              <a:rPr sz="900" b="1" u="none" strike="noStrike">
                <a:solidFill>
                  <a:srgbClr val="71859B"/>
                </a:solidFill>
                <a:latin typeface="Arial"/>
                <a:ea typeface="Arial"/>
                <a:cs typeface="Arial"/>
              </a:rPr>
              <a:t>08</a:t>
            </a:r>
            <a:endParaRPr sz="9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5" name="">
            <a:extLst xmlns:a="http://schemas.openxmlformats.org/drawingml/2006/main">
              <a:ext uri="{FF2B5EF4-FFF2-40B4-BE49-F238E27FC236}">
                <a16:creationId xmlns:a16="http://schemas.microsoft.com/office/drawing/2014/main" id="{E536AC6B-ADCE-4B6D-8E2D-5B170633C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00080"/>
            <a:ext cx="10820160" cy="999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3000" b="1" u="none" strike="noStrike">
                <a:solidFill>
                  <a:srgbClr val="071E41"/>
                </a:solidFill>
                <a:latin typeface="Arial"/>
                <a:ea typeface="Arial"/>
                <a:cs typeface="Arial"/>
              </a:rPr>
              <a:t>Probamos una referencia simple y una extracción estructurada sobre el mismo manual.</a:t>
            </a:r>
            <a:endParaRPr sz="3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6" name="">
            <a:extLst xmlns:a="http://schemas.openxmlformats.org/drawingml/2006/main">
              <a:ext uri="{FF2B5EF4-FFF2-40B4-BE49-F238E27FC236}">
                <a16:creationId xmlns:a16="http://schemas.microsoft.com/office/drawing/2014/main" id="{03983881-ACD9-4248-B8E5-FE0A499FD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600"/>
            <a:ext cx="10820160" cy="552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500" b="0" u="none" strike="noStrike">
                <a:solidFill>
                  <a:srgbClr val="49627F"/>
                </a:solidFill>
                <a:latin typeface="Arial"/>
                <a:ea typeface="Arial"/>
                <a:cs typeface="Arial"/>
              </a:rPr>
              <a:t>La alternativa más sofisticada solo se promociona cuando demuestra una mejora medible.</a:t>
            </a:r>
            <a:endParaRPr sz="15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7" name="">
            <a:extLst xmlns:a="http://schemas.openxmlformats.org/drawingml/2006/main">
              <a:ext uri="{FF2B5EF4-FFF2-40B4-BE49-F238E27FC236}">
                <a16:creationId xmlns:a16="http://schemas.microsoft.com/office/drawing/2014/main" id="{8486FF65-D55E-4105-A96B-4C247CA6A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40" y="3429000"/>
            <a:ext cx="2476080" cy="2091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130" b="1" u="none" strike="noStrike">
                <a:solidFill>
                  <a:srgbClr val="007AB8"/>
                </a:solidFill>
                <a:latin typeface="Arial"/>
                <a:ea typeface="Arial"/>
                <a:cs typeface="Arial"/>
              </a:rPr>
              <a:t>BASELINE ACTIVO</a:t>
            </a:r>
            <a:endParaRPr sz="113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8" name="">
            <a:extLst xmlns:a="http://schemas.openxmlformats.org/drawingml/2006/main">
              <a:ext uri="{FF2B5EF4-FFF2-40B4-BE49-F238E27FC236}">
                <a16:creationId xmlns:a16="http://schemas.microsoft.com/office/drawing/2014/main" id="{330D06EA-D5C1-4695-AA20-D4119199E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40" y="3809880"/>
            <a:ext cx="3142800" cy="3614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2170" b="1" u="none" strike="noStrike">
                <a:solidFill>
                  <a:srgbClr val="071E41"/>
                </a:solidFill>
                <a:latin typeface="Arial"/>
                <a:ea typeface="Arial"/>
                <a:cs typeface="Arial"/>
              </a:rPr>
              <a:t>pypdf</a:t>
            </a:r>
            <a:endParaRPr sz="217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9" name="">
            <a:extLst xmlns:a="http://schemas.openxmlformats.org/drawingml/2006/main">
              <a:ext uri="{FF2B5EF4-FFF2-40B4-BE49-F238E27FC236}">
                <a16:creationId xmlns:a16="http://schemas.microsoft.com/office/drawing/2014/main" id="{41231A9F-7462-4857-81C6-525BA6147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40" y="4334040"/>
            <a:ext cx="3809520" cy="85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350" b="0" u="none" strike="noStrike">
                <a:solidFill>
                  <a:srgbClr val="49627F"/>
                </a:solidFill>
                <a:latin typeface="Arial"/>
                <a:ea typeface="Arial"/>
                <a:cs typeface="Arial"/>
              </a:rPr>
              <a:t>Texto por página</a:t>
            </a:r>
            <a:endParaRPr sz="135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350" b="0" u="none" strike="noStrike">
                <a:solidFill>
                  <a:srgbClr val="49627F"/>
                </a:solidFill>
                <a:latin typeface="Arial"/>
                <a:ea typeface="Arial"/>
                <a:cs typeface="Arial"/>
              </a:rPr>
              <a:t>Chunking fijo con solapamiento</a:t>
            </a:r>
            <a:endParaRPr sz="135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350" b="0" u="none" strike="noStrike">
                <a:solidFill>
                  <a:srgbClr val="49627F"/>
                </a:solidFill>
                <a:latin typeface="Arial"/>
                <a:ea typeface="Arial"/>
                <a:cs typeface="Arial"/>
              </a:rPr>
              <a:t>118 fragmentos indexados</a:t>
            </a:r>
            <a:endParaRPr sz="135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0" name="">
            <a:extLst xmlns:a="http://schemas.openxmlformats.org/drawingml/2006/main">
              <a:ext uri="{FF2B5EF4-FFF2-40B4-BE49-F238E27FC236}">
                <a16:creationId xmlns:a16="http://schemas.microsoft.com/office/drawing/2014/main" id="{90D1963E-E23D-4E1C-8DE7-879CA360C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2960" y="3381120"/>
            <a:ext cx="360" cy="195264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C9D9E7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1" name="">
            <a:extLst xmlns:a="http://schemas.openxmlformats.org/drawingml/2006/main">
              <a:ext uri="{FF2B5EF4-FFF2-40B4-BE49-F238E27FC236}">
                <a16:creationId xmlns:a16="http://schemas.microsoft.com/office/drawing/2014/main" id="{7913D236-16B5-4A25-9AA1-CB230FAEF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60" y="3429000"/>
            <a:ext cx="3428640" cy="2091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130" b="1" u="none" strike="noStrike">
                <a:solidFill>
                  <a:srgbClr val="00A6A6"/>
                </a:solidFill>
                <a:latin typeface="Arial"/>
                <a:ea typeface="Arial"/>
                <a:cs typeface="Arial"/>
              </a:rPr>
              <a:t>ESTRUCTURADO PUBLICADO</a:t>
            </a:r>
            <a:endParaRPr sz="113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2" name="">
            <a:extLst xmlns:a="http://schemas.openxmlformats.org/drawingml/2006/main">
              <a:ext uri="{FF2B5EF4-FFF2-40B4-BE49-F238E27FC236}">
                <a16:creationId xmlns:a16="http://schemas.microsoft.com/office/drawing/2014/main" id="{0F937767-29B1-4222-B117-3A8F2A1D9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60" y="3809880"/>
            <a:ext cx="3142800" cy="3614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2170" b="1" u="none" strike="noStrike">
                <a:solidFill>
                  <a:srgbClr val="071E41"/>
                </a:solidFill>
                <a:latin typeface="Arial"/>
                <a:ea typeface="Arial"/>
                <a:cs typeface="Arial"/>
              </a:rPr>
              <a:t>Docling</a:t>
            </a:r>
            <a:endParaRPr sz="217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3" name="">
            <a:extLst xmlns:a="http://schemas.openxmlformats.org/drawingml/2006/main">
              <a:ext uri="{FF2B5EF4-FFF2-40B4-BE49-F238E27FC236}">
                <a16:creationId xmlns:a16="http://schemas.microsoft.com/office/drawing/2014/main" id="{03D264CF-9D11-4D73-8E0B-5526978DD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60" y="4334040"/>
            <a:ext cx="4190760" cy="85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350" b="0" u="none" strike="noStrike">
                <a:solidFill>
                  <a:srgbClr val="49627F"/>
                </a:solidFill>
                <a:latin typeface="Arial"/>
                <a:ea typeface="Arial"/>
                <a:cs typeface="Arial"/>
              </a:rPr>
              <a:t>Layout, Markdown, JSON y regiones</a:t>
            </a:r>
            <a:endParaRPr sz="135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350" b="0" u="none" strike="noStrike">
                <a:solidFill>
                  <a:srgbClr val="49627F"/>
                </a:solidFill>
                <a:latin typeface="Arial"/>
                <a:ea typeface="Arial"/>
                <a:cs typeface="Arial"/>
              </a:rPr>
              <a:t>Diagnósticos y evidencias visuales</a:t>
            </a:r>
            <a:endParaRPr sz="135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350" b="0" u="none" strike="noStrike">
                <a:solidFill>
                  <a:srgbClr val="49627F"/>
                </a:solidFill>
                <a:latin typeface="Arial"/>
                <a:ea typeface="Arial"/>
                <a:cs typeface="Arial"/>
              </a:rPr>
              <a:t>109 fragmentos preparados</a:t>
            </a:r>
            <a:endParaRPr sz="135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4" name="">
            <a:extLst xmlns:a="http://schemas.openxmlformats.org/drawingml/2006/main">
              <a:ext uri="{FF2B5EF4-FFF2-40B4-BE49-F238E27FC236}">
                <a16:creationId xmlns:a16="http://schemas.microsoft.com/office/drawing/2014/main" id="{70EE674E-2C1E-4CCC-99EE-CC0D59FD9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72240"/>
            <a:ext cx="10820160" cy="26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430" b="1" u="none" strike="noStrike">
                <a:solidFill>
                  <a:srgbClr val="003781"/>
                </a:solidFill>
                <a:latin typeface="Arial"/>
                <a:ea typeface="Arial"/>
                <a:cs typeface="Arial"/>
              </a:rPr>
              <a:t>Mismo documento, mismo contrato de evidencia, configuraciones comparables.</a:t>
            </a:r>
            <a:endParaRPr sz="143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80646288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5" name="">
            <a:extLst xmlns:a="http://schemas.openxmlformats.org/drawingml/2006/main">
              <a:ext uri="{FF2B5EF4-FFF2-40B4-BE49-F238E27FC236}">
                <a16:creationId xmlns:a16="http://schemas.microsoft.com/office/drawing/2014/main" id="{F9D0926F-A8ED-4DA0-AD84-83C7C6D18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4000"/>
            <a:ext cx="4476240" cy="190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900" b="1" u="none" strike="noStrike">
                <a:solidFill>
                  <a:srgbClr val="007AB8"/>
                </a:solidFill>
                <a:latin typeface="Arial"/>
                <a:ea typeface="Arial"/>
                <a:cs typeface="Arial"/>
              </a:rPr>
              <a:t>EXPERIENCIA DE USO</a:t>
            </a:r>
            <a:endParaRPr sz="9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6" name="">
            <a:extLst xmlns:a="http://schemas.openxmlformats.org/drawingml/2006/main">
              <a:ext uri="{FF2B5EF4-FFF2-40B4-BE49-F238E27FC236}">
                <a16:creationId xmlns:a16="http://schemas.microsoft.com/office/drawing/2014/main" id="{64AF2BEA-B580-4FC4-9E15-460CEB865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20"/>
            <a:ext cx="10820160" cy="36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9D9E7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-44640" rIns="90000" bIns="-4464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7" name="">
            <a:extLst xmlns:a="http://schemas.openxmlformats.org/drawingml/2006/main">
              <a:ext uri="{FF2B5EF4-FFF2-40B4-BE49-F238E27FC236}">
                <a16:creationId xmlns:a16="http://schemas.microsoft.com/office/drawing/2014/main" id="{845AF84F-2A5B-4F81-8E17-AA42CB4E2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040" y="237960"/>
            <a:ext cx="1142640" cy="2664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178" name="">
            <a:extLst xmlns:a="http://schemas.openxmlformats.org/drawingml/2006/main">
              <a:ext uri="{FF2B5EF4-FFF2-40B4-BE49-F238E27FC236}">
                <a16:creationId xmlns:a16="http://schemas.microsoft.com/office/drawing/2014/main" id="{48ED4CAB-2FE9-44AF-B7DA-64D82D1259C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dc8407d8c7f4ccb"/>
          <a:srcRect xmlns:a="http://schemas.openxmlformats.org/drawingml/2006/main" l="0" t="10054" r="0" b="10054"/>
          <a:stretch xmlns:a="http://schemas.openxmlformats.org/drawingml/2006/main"/>
        </p:blipFill>
        <p:spPr>
          <a:xfrm xmlns:a="http://schemas.openxmlformats.org/drawingml/2006/main">
            <a:off x="9696600" y="285840"/>
            <a:ext cx="875880" cy="18072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pic>
      <p:sp>
        <p:nvSpPr>
          <p:cNvPr id="179" name="">
            <a:extLst xmlns:a="http://schemas.openxmlformats.org/drawingml/2006/main">
              <a:ext uri="{FF2B5EF4-FFF2-40B4-BE49-F238E27FC236}">
                <a16:creationId xmlns:a16="http://schemas.microsoft.com/office/drawing/2014/main" id="{3380ED8B-4620-47BB-A971-20F218B76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120" y="324000"/>
            <a:ext cx="456840" cy="190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</a:pPr>
            <a:r>
              <a:rPr sz="900" b="1" u="none" strike="noStrike">
                <a:solidFill>
                  <a:srgbClr val="71859B"/>
                </a:solidFill>
                <a:latin typeface="Arial"/>
                <a:ea typeface="Arial"/>
                <a:cs typeface="Arial"/>
              </a:rPr>
              <a:t>09</a:t>
            </a:r>
            <a:endParaRPr sz="9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80" name="">
            <a:extLst xmlns:a="http://schemas.openxmlformats.org/drawingml/2006/main">
              <a:ext uri="{FF2B5EF4-FFF2-40B4-BE49-F238E27FC236}">
                <a16:creationId xmlns:a16="http://schemas.microsoft.com/office/drawing/2014/main" id="{318FD16E-CDFC-4175-A2C0-8FA70552C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00080"/>
            <a:ext cx="10820160" cy="999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3000" b="1" u="none" strike="noStrike">
                <a:solidFill>
                  <a:srgbClr val="071E41"/>
                </a:solidFill>
                <a:latin typeface="Arial"/>
                <a:ea typeface="Arial"/>
                <a:cs typeface="Arial"/>
              </a:rPr>
              <a:t>La aplicación ofrece dos capacidades; el modo automático solo decide a cuál dirigir la entrada.</a:t>
            </a:r>
            <a:endParaRPr sz="3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81" name="">
            <a:extLst xmlns:a="http://schemas.openxmlformats.org/drawingml/2006/main">
              <a:ext uri="{FF2B5EF4-FFF2-40B4-BE49-F238E27FC236}">
                <a16:creationId xmlns:a16="http://schemas.microsoft.com/office/drawing/2014/main" id="{5DB8DCFD-2153-4261-83A6-353410AE5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600"/>
            <a:ext cx="10820160" cy="552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500" b="0" u="none" strike="noStrike">
                <a:solidFill>
                  <a:srgbClr val="49627F"/>
                </a:solidFill>
                <a:latin typeface="Arial"/>
                <a:ea typeface="Arial"/>
                <a:cs typeface="Arial"/>
              </a:rPr>
              <a:t>Consulta y siniestros comparten infraestructura, pero mantienen objetivos y contratos distintos.</a:t>
            </a:r>
            <a:endParaRPr sz="15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82" name="">
            <a:extLst xmlns:a="http://schemas.openxmlformats.org/drawingml/2006/main">
              <a:ext uri="{FF2B5EF4-FFF2-40B4-BE49-F238E27FC236}">
                <a16:creationId xmlns:a16="http://schemas.microsoft.com/office/drawing/2014/main" id="{3732B7F6-FEC7-4A11-9BD8-9F91F8669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120" y="3476520"/>
            <a:ext cx="4095360" cy="171432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2F7FB"/>
          </a:solidFill>
          <a:ln xmlns:a="http://schemas.openxmlformats.org/drawingml/2006/main" w="9525">
            <a:solidFill>
              <a:srgbClr val="C9D9E7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83" name="">
            <a:extLst xmlns:a="http://schemas.openxmlformats.org/drawingml/2006/main">
              <a:ext uri="{FF2B5EF4-FFF2-40B4-BE49-F238E27FC236}">
                <a16:creationId xmlns:a16="http://schemas.microsoft.com/office/drawing/2014/main" id="{509A1859-422E-4339-9F4C-01F583BAE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600" y="3724200"/>
            <a:ext cx="1142640" cy="2091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130" b="1" u="none" strike="noStrike">
                <a:solidFill>
                  <a:srgbClr val="007AB8"/>
                </a:solidFill>
                <a:latin typeface="Arial"/>
                <a:ea typeface="Arial"/>
                <a:cs typeface="Arial"/>
              </a:rPr>
              <a:t>MODO 1</a:t>
            </a:r>
            <a:endParaRPr sz="113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84" name="">
            <a:extLst xmlns:a="http://schemas.openxmlformats.org/drawingml/2006/main">
              <a:ext uri="{FF2B5EF4-FFF2-40B4-BE49-F238E27FC236}">
                <a16:creationId xmlns:a16="http://schemas.microsoft.com/office/drawing/2014/main" id="{B20641CC-E5D3-49CD-838F-BDCEEC1A8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600" y="4095720"/>
            <a:ext cx="2857320" cy="33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2100" b="1" u="none" strike="noStrike">
                <a:solidFill>
                  <a:srgbClr val="071E41"/>
                </a:solidFill>
                <a:latin typeface="Arial"/>
                <a:ea typeface="Arial"/>
                <a:cs typeface="Arial"/>
              </a:rPr>
              <a:t>CONSULTA</a:t>
            </a:r>
            <a:endParaRPr sz="21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85" name="">
            <a:extLst xmlns:a="http://schemas.openxmlformats.org/drawingml/2006/main">
              <a:ext uri="{FF2B5EF4-FFF2-40B4-BE49-F238E27FC236}">
                <a16:creationId xmlns:a16="http://schemas.microsoft.com/office/drawing/2014/main" id="{C7D26CF3-C21B-4DB7-802E-6E76734AB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600" y="4610160"/>
            <a:ext cx="3142800" cy="285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350" b="0" u="none" strike="noStrike">
                <a:solidFill>
                  <a:srgbClr val="49627F"/>
                </a:solidFill>
                <a:latin typeface="Arial"/>
                <a:ea typeface="Arial"/>
                <a:cs typeface="Arial"/>
              </a:rPr>
              <a:t>Pregunta → evidencia → respuesta</a:t>
            </a:r>
            <a:endParaRPr sz="135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86" name="">
            <a:extLst xmlns:a="http://schemas.openxmlformats.org/drawingml/2006/main">
              <a:ext uri="{FF2B5EF4-FFF2-40B4-BE49-F238E27FC236}">
                <a16:creationId xmlns:a16="http://schemas.microsoft.com/office/drawing/2014/main" id="{66C3AA33-A11A-4CFE-B3C2-020ACF507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80" y="3476520"/>
            <a:ext cx="4095360" cy="171432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2F7FB"/>
          </a:solidFill>
          <a:ln xmlns:a="http://schemas.openxmlformats.org/drawingml/2006/main" w="9525">
            <a:solidFill>
              <a:srgbClr val="C9D9E7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87" name="">
            <a:extLst xmlns:a="http://schemas.openxmlformats.org/drawingml/2006/main">
              <a:ext uri="{FF2B5EF4-FFF2-40B4-BE49-F238E27FC236}">
                <a16:creationId xmlns:a16="http://schemas.microsoft.com/office/drawing/2014/main" id="{0BCF6E6C-7AD5-41C7-BFA1-DAB82981D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120" y="3724200"/>
            <a:ext cx="1142640" cy="2091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130" b="1" u="none" strike="noStrike">
                <a:solidFill>
                  <a:srgbClr val="00A6A6"/>
                </a:solidFill>
                <a:latin typeface="Arial"/>
                <a:ea typeface="Arial"/>
                <a:cs typeface="Arial"/>
              </a:rPr>
              <a:t>MODO 2</a:t>
            </a:r>
            <a:endParaRPr sz="113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88" name="">
            <a:extLst xmlns:a="http://schemas.openxmlformats.org/drawingml/2006/main">
              <a:ext uri="{FF2B5EF4-FFF2-40B4-BE49-F238E27FC236}">
                <a16:creationId xmlns:a16="http://schemas.microsoft.com/office/drawing/2014/main" id="{287642FF-E343-43CB-A84C-C8D945B65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120" y="4095720"/>
            <a:ext cx="2857320" cy="33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2100" b="1" u="none" strike="noStrike">
                <a:solidFill>
                  <a:srgbClr val="071E41"/>
                </a:solidFill>
                <a:latin typeface="Arial"/>
                <a:ea typeface="Arial"/>
                <a:cs typeface="Arial"/>
              </a:rPr>
              <a:t>SINIESTRO</a:t>
            </a:r>
            <a:endParaRPr sz="21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89" name="">
            <a:extLst xmlns:a="http://schemas.openxmlformats.org/drawingml/2006/main">
              <a:ext uri="{FF2B5EF4-FFF2-40B4-BE49-F238E27FC236}">
                <a16:creationId xmlns:a16="http://schemas.microsoft.com/office/drawing/2014/main" id="{584B4F82-A1CA-424A-A24E-888687719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120" y="4610160"/>
            <a:ext cx="3333240" cy="285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350" b="0" u="none" strike="noStrike">
                <a:solidFill>
                  <a:srgbClr val="49627F"/>
                </a:solidFill>
                <a:latin typeface="Arial"/>
                <a:ea typeface="Arial"/>
                <a:cs typeface="Arial"/>
              </a:rPr>
              <a:t>Relato → hechos → reglas → decisión</a:t>
            </a:r>
            <a:endParaRPr sz="135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90" name="">
            <a:extLst xmlns:a="http://schemas.openxmlformats.org/drawingml/2006/main">
              <a:ext uri="{FF2B5EF4-FFF2-40B4-BE49-F238E27FC236}">
                <a16:creationId xmlns:a16="http://schemas.microsoft.com/office/drawing/2014/main" id="{0F7C8BCA-B6A3-4F10-8B92-1D5F6BB67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1760" y="4324320"/>
            <a:ext cx="1295640" cy="36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003781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-44640" rIns="90000" bIns="-4464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91" name="">
            <a:extLst xmlns:a="http://schemas.openxmlformats.org/drawingml/2006/main">
              <a:ext uri="{FF2B5EF4-FFF2-40B4-BE49-F238E27FC236}">
                <a16:creationId xmlns:a16="http://schemas.microsoft.com/office/drawing/2014/main" id="{371C574A-3F9F-46C2-9915-548A1E239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240" y="4276800"/>
            <a:ext cx="95040" cy="95040"/>
          </a:xfrm>
          <a:prstGeom xmlns:a="http://schemas.openxmlformats.org/drawingml/2006/main" prst="triangle">
            <a:avLst>
              <a:gd name="adj" fmla="val 50000"/>
            </a:avLst>
          </a:prstGeom>
          <a:solidFill xmlns:a="http://schemas.openxmlformats.org/drawingml/2006/main">
            <a:srgbClr val="003781"/>
          </a:solidFill>
          <a:ln xmlns:a="http://schemas.openxmlformats.org/drawingml/2006/main" w="0">
            <a:solidFill>
              <a:srgbClr val="003781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2880" rIns="90000" bIns="288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endParaRPr sz="1800" b="0" u="none" strike="noStrik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92" name="">
            <a:extLst xmlns:a="http://schemas.openxmlformats.org/drawingml/2006/main">
              <a:ext uri="{FF2B5EF4-FFF2-40B4-BE49-F238E27FC236}">
                <a16:creationId xmlns:a16="http://schemas.microsoft.com/office/drawing/2014/main" id="{FC6E4E59-93F4-4891-A2F0-42A2E8037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640" y="3809880"/>
            <a:ext cx="1333080" cy="41868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003781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endParaRPr sz="1800" b="0" u="none" strike="noStrik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93" name="">
            <a:extLst xmlns:a="http://schemas.openxmlformats.org/drawingml/2006/main">
              <a:ext uri="{FF2B5EF4-FFF2-40B4-BE49-F238E27FC236}">
                <a16:creationId xmlns:a16="http://schemas.microsoft.com/office/drawing/2014/main" id="{939C8C27-31B5-420D-BFFE-D33DD986A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640" y="3905280"/>
            <a:ext cx="1333080" cy="228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130" b="1" u="none" strike="noStrike">
                <a:solidFill>
                  <a:srgbClr val="FFFFFF"/>
                </a:solidFill>
                <a:latin typeface="Arial"/>
                <a:ea typeface="Arial"/>
                <a:cs typeface="Arial"/>
              </a:rPr>
              <a:t>AUTOMÁTICO</a:t>
            </a:r>
            <a:endParaRPr sz="113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94" name="">
            <a:extLst xmlns:a="http://schemas.openxmlformats.org/drawingml/2006/main">
              <a:ext uri="{FF2B5EF4-FFF2-40B4-BE49-F238E27FC236}">
                <a16:creationId xmlns:a16="http://schemas.microsoft.com/office/drawing/2014/main" id="{58E1676B-0E36-4B0B-BEA0-3840467EC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680" y="4476600"/>
            <a:ext cx="1476000" cy="228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130" b="0" u="none" strike="noStrike">
                <a:solidFill>
                  <a:srgbClr val="49627F"/>
                </a:solidFill>
                <a:latin typeface="Arial"/>
                <a:ea typeface="Arial"/>
                <a:cs typeface="Arial"/>
              </a:rPr>
              <a:t>clasifica la intención</a:t>
            </a:r>
            <a:endParaRPr sz="113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1821669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0378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5" name="">
            <a:extLst xmlns:a="http://schemas.openxmlformats.org/drawingml/2006/main">
              <a:ext uri="{FF2B5EF4-FFF2-40B4-BE49-F238E27FC236}">
                <a16:creationId xmlns:a16="http://schemas.microsoft.com/office/drawing/2014/main" id="{0FF5E3A1-6721-475C-AFA4-C95C793BC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4000"/>
            <a:ext cx="4476240" cy="190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900" b="1" u="none" strike="noStrike">
                <a:solidFill>
                  <a:srgbClr val="A9D4EA"/>
                </a:solidFill>
                <a:latin typeface="Arial"/>
                <a:ea typeface="Arial"/>
                <a:cs typeface="Arial"/>
              </a:rPr>
              <a:t>MODO CONSULTA · RETRIEVAL</a:t>
            </a:r>
            <a:endParaRPr sz="900" b="0" u="none" strike="noStrik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96" name="">
            <a:extLst xmlns:a="http://schemas.openxmlformats.org/drawingml/2006/main">
              <a:ext uri="{FF2B5EF4-FFF2-40B4-BE49-F238E27FC236}">
                <a16:creationId xmlns:a16="http://schemas.microsoft.com/office/drawing/2014/main" id="{42B3B866-BBCE-4BA9-ACD0-903E5BA47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20"/>
            <a:ext cx="10820160" cy="36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3D699D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-44640" rIns="90000" bIns="-4464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endParaRPr sz="1800" b="0" u="none" strike="noStrik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97" name="">
            <a:extLst xmlns:a="http://schemas.openxmlformats.org/drawingml/2006/main">
              <a:ext uri="{FF2B5EF4-FFF2-40B4-BE49-F238E27FC236}">
                <a16:creationId xmlns:a16="http://schemas.microsoft.com/office/drawing/2014/main" id="{F7FDD453-1AC5-4D53-BF3C-AC229DA64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040" y="237960"/>
            <a:ext cx="1142640" cy="2664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198" name="">
            <a:extLst xmlns:a="http://schemas.openxmlformats.org/drawingml/2006/main">
              <a:ext uri="{FF2B5EF4-FFF2-40B4-BE49-F238E27FC236}">
                <a16:creationId xmlns:a16="http://schemas.microsoft.com/office/drawing/2014/main" id="{0F7DA40F-6238-41EA-8E5C-E4124AB2686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6c59346e0804a27"/>
          <a:srcRect xmlns:a="http://schemas.openxmlformats.org/drawingml/2006/main" l="0" t="10054" r="0" b="10054"/>
          <a:stretch xmlns:a="http://schemas.openxmlformats.org/drawingml/2006/main"/>
        </p:blipFill>
        <p:spPr>
          <a:xfrm xmlns:a="http://schemas.openxmlformats.org/drawingml/2006/main">
            <a:off x="9696600" y="285840"/>
            <a:ext cx="875880" cy="18072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pic>
      <p:sp>
        <p:nvSpPr>
          <p:cNvPr id="199" name="">
            <a:extLst xmlns:a="http://schemas.openxmlformats.org/drawingml/2006/main">
              <a:ext uri="{FF2B5EF4-FFF2-40B4-BE49-F238E27FC236}">
                <a16:creationId xmlns:a16="http://schemas.microsoft.com/office/drawing/2014/main" id="{86A5A3AC-50C3-4705-BDB0-2153F9435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120" y="324000"/>
            <a:ext cx="456840" cy="190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</a:pPr>
            <a:r>
              <a:rPr sz="900" b="1" u="none" strike="noStrike">
                <a:solidFill>
                  <a:srgbClr val="A9D4EA"/>
                </a:solidFill>
                <a:latin typeface="Arial"/>
                <a:ea typeface="Arial"/>
                <a:cs typeface="Arial"/>
              </a:rPr>
              <a:t>10</a:t>
            </a:r>
            <a:endParaRPr sz="900" b="0" u="none" strike="noStrik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00" name="">
            <a:extLst xmlns:a="http://schemas.openxmlformats.org/drawingml/2006/main">
              <a:ext uri="{FF2B5EF4-FFF2-40B4-BE49-F238E27FC236}">
                <a16:creationId xmlns:a16="http://schemas.microsoft.com/office/drawing/2014/main" id="{A2866811-7B7E-4160-81CF-5314F1D63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00080"/>
            <a:ext cx="10820160" cy="999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3000" b="1" u="none" strike="noStrike">
                <a:solidFill>
                  <a:srgbClr val="FFFFFF"/>
                </a:solidFill>
                <a:latin typeface="Arial"/>
                <a:ea typeface="Arial"/>
                <a:cs typeface="Arial"/>
              </a:rPr>
              <a:t>La consulta combina significado y término exacto antes de construir el contexto.</a:t>
            </a:r>
            <a:endParaRPr sz="3000" b="0" u="none" strike="noStrik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01" name="">
            <a:extLst xmlns:a="http://schemas.openxmlformats.org/drawingml/2006/main">
              <a:ext uri="{FF2B5EF4-FFF2-40B4-BE49-F238E27FC236}">
                <a16:creationId xmlns:a16="http://schemas.microsoft.com/office/drawing/2014/main" id="{1179F3A3-4C72-44DC-BD7E-5C77EC395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600"/>
            <a:ext cx="10820160" cy="552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500" b="0" u="none" strike="noStrike">
                <a:solidFill>
                  <a:srgbClr val="D7EAF7"/>
                </a:solidFill>
                <a:latin typeface="Arial"/>
                <a:ea typeface="Arial"/>
                <a:cs typeface="Arial"/>
              </a:rPr>
              <a:t>El retrieval híbrido reduce la dependencia de una única señal y conserva la procedencia de cada resultado.</a:t>
            </a:r>
            <a:endParaRPr sz="1500" b="0" u="none" strike="noStrik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02" name="">
            <a:extLst xmlns:a="http://schemas.openxmlformats.org/drawingml/2006/main">
              <a:ext uri="{FF2B5EF4-FFF2-40B4-BE49-F238E27FC236}">
                <a16:creationId xmlns:a16="http://schemas.microsoft.com/office/drawing/2014/main" id="{3731AA2A-3E33-4628-A52B-DF25A71B8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1680" y="4171680"/>
            <a:ext cx="323640" cy="36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76B7D9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-44640" rIns="90000" bIns="-4464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endParaRPr sz="1800" b="0" u="none" strike="noStrik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03" name="">
            <a:extLst xmlns:a="http://schemas.openxmlformats.org/drawingml/2006/main">
              <a:ext uri="{FF2B5EF4-FFF2-40B4-BE49-F238E27FC236}">
                <a16:creationId xmlns:a16="http://schemas.microsoft.com/office/drawing/2014/main" id="{E73453EA-827F-4462-8A11-1766F236E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7520" y="4124160"/>
            <a:ext cx="95040" cy="95040"/>
          </a:xfrm>
          <a:prstGeom xmlns:a="http://schemas.openxmlformats.org/drawingml/2006/main" prst="triangle">
            <a:avLst>
              <a:gd name="adj" fmla="val 50000"/>
            </a:avLst>
          </a:prstGeom>
          <a:solidFill xmlns:a="http://schemas.openxmlformats.org/drawingml/2006/main">
            <a:srgbClr val="76B7D9"/>
          </a:solidFill>
          <a:ln xmlns:a="http://schemas.openxmlformats.org/drawingml/2006/main" w="0">
            <a:solidFill>
              <a:srgbClr val="76B7D9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2880" rIns="90000" bIns="288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04" name="">
            <a:extLst xmlns:a="http://schemas.openxmlformats.org/drawingml/2006/main">
              <a:ext uri="{FF2B5EF4-FFF2-40B4-BE49-F238E27FC236}">
                <a16:creationId xmlns:a16="http://schemas.microsoft.com/office/drawing/2014/main" id="{86FE19CC-4F17-4305-86C4-FC1ED2F64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760" y="3571920"/>
            <a:ext cx="1904760" cy="119988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0B4D94"/>
          </a:solidFill>
          <a:ln xmlns:a="http://schemas.openxmlformats.org/drawingml/2006/main" w="9525">
            <a:solidFill>
              <a:srgbClr val="4F84B9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endParaRPr sz="1800" b="0" u="none" strike="noStrik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05" name="">
            <a:extLst xmlns:a="http://schemas.openxmlformats.org/drawingml/2006/main">
              <a:ext uri="{FF2B5EF4-FFF2-40B4-BE49-F238E27FC236}">
                <a16:creationId xmlns:a16="http://schemas.microsoft.com/office/drawing/2014/main" id="{D52351AB-81FB-4CE0-BCF9-802EFCC0C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880" y="3724200"/>
            <a:ext cx="1676160" cy="228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280" b="1" u="none" strike="noStrike">
                <a:solidFill>
                  <a:srgbClr val="B6DAEC"/>
                </a:solidFill>
                <a:latin typeface="Arial"/>
                <a:ea typeface="Arial"/>
                <a:cs typeface="Arial"/>
              </a:rPr>
              <a:t>PREGUNTA</a:t>
            </a:r>
            <a:endParaRPr sz="1280" b="0" u="none" strike="noStrik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06" name="">
            <a:extLst xmlns:a="http://schemas.openxmlformats.org/drawingml/2006/main">
              <a:ext uri="{FF2B5EF4-FFF2-40B4-BE49-F238E27FC236}">
                <a16:creationId xmlns:a16="http://schemas.microsoft.com/office/drawing/2014/main" id="{0026DC97-FE6A-402C-B0FE-4F4AAE633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60" y="4038480"/>
            <a:ext cx="1638000" cy="609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200" b="1" u="none" strike="noStrike">
                <a:solidFill>
                  <a:srgbClr val="FFFFFF"/>
                </a:solidFill>
                <a:latin typeface="Arial"/>
                <a:ea typeface="Arial"/>
                <a:cs typeface="Arial"/>
              </a:rPr>
              <a:t>texto del usuario</a:t>
            </a:r>
            <a:endParaRPr sz="1200" b="0" u="none" strike="noStrik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07" name="">
            <a:extLst xmlns:a="http://schemas.openxmlformats.org/drawingml/2006/main">
              <a:ext uri="{FF2B5EF4-FFF2-40B4-BE49-F238E27FC236}">
                <a16:creationId xmlns:a16="http://schemas.microsoft.com/office/drawing/2014/main" id="{6787DB34-C865-4B9B-B35E-B76E6A6FA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280" y="4171680"/>
            <a:ext cx="323640" cy="36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76B7D9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-44640" rIns="90000" bIns="-4464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endParaRPr sz="1800" b="0" u="none" strike="noStrik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08" name="">
            <a:extLst xmlns:a="http://schemas.openxmlformats.org/drawingml/2006/main">
              <a:ext uri="{FF2B5EF4-FFF2-40B4-BE49-F238E27FC236}">
                <a16:creationId xmlns:a16="http://schemas.microsoft.com/office/drawing/2014/main" id="{7545E86E-6F67-4CC2-84BE-A5D58ED83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20" y="4124160"/>
            <a:ext cx="95040" cy="95040"/>
          </a:xfrm>
          <a:prstGeom xmlns:a="http://schemas.openxmlformats.org/drawingml/2006/main" prst="triangle">
            <a:avLst>
              <a:gd name="adj" fmla="val 50000"/>
            </a:avLst>
          </a:prstGeom>
          <a:solidFill xmlns:a="http://schemas.openxmlformats.org/drawingml/2006/main">
            <a:srgbClr val="76B7D9"/>
          </a:solidFill>
          <a:ln xmlns:a="http://schemas.openxmlformats.org/drawingml/2006/main" w="0">
            <a:solidFill>
              <a:srgbClr val="76B7D9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2880" rIns="90000" bIns="288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09" name="">
            <a:extLst xmlns:a="http://schemas.openxmlformats.org/drawingml/2006/main">
              <a:ext uri="{FF2B5EF4-FFF2-40B4-BE49-F238E27FC236}">
                <a16:creationId xmlns:a16="http://schemas.microsoft.com/office/drawing/2014/main" id="{3737BBA9-DACD-403F-87BC-92852F857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60" y="3571920"/>
            <a:ext cx="1904760" cy="119988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0B4D94"/>
          </a:solidFill>
          <a:ln xmlns:a="http://schemas.openxmlformats.org/drawingml/2006/main" w="9525">
            <a:solidFill>
              <a:srgbClr val="4F84B9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endParaRPr sz="1800" b="0" u="none" strike="noStrik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10" name="">
            <a:extLst xmlns:a="http://schemas.openxmlformats.org/drawingml/2006/main">
              <a:ext uri="{FF2B5EF4-FFF2-40B4-BE49-F238E27FC236}">
                <a16:creationId xmlns:a16="http://schemas.microsoft.com/office/drawing/2014/main" id="{3FE3491A-F062-4C27-8E3A-DEF0237D5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480" y="3724200"/>
            <a:ext cx="1676160" cy="228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280" b="1" u="none" strike="noStrike">
                <a:solidFill>
                  <a:srgbClr val="B6DAEC"/>
                </a:solidFill>
                <a:latin typeface="Arial"/>
                <a:ea typeface="Arial"/>
                <a:cs typeface="Arial"/>
              </a:rPr>
              <a:t>DENSO</a:t>
            </a:r>
            <a:endParaRPr sz="1280" b="0" u="none" strike="noStrik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11" name="">
            <a:extLst xmlns:a="http://schemas.openxmlformats.org/drawingml/2006/main">
              <a:ext uri="{FF2B5EF4-FFF2-40B4-BE49-F238E27FC236}">
                <a16:creationId xmlns:a16="http://schemas.microsoft.com/office/drawing/2014/main" id="{AB8B2034-0C90-4ADF-B72B-031C87A89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560" y="4038480"/>
            <a:ext cx="1638000" cy="609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200" b="1" u="none" strike="noStrike">
                <a:solidFill>
                  <a:srgbClr val="FFFFFF"/>
                </a:solidFill>
                <a:latin typeface="Arial"/>
                <a:ea typeface="Arial"/>
                <a:cs typeface="Arial"/>
              </a:rPr>
              <a:t>embeddings</a:t>
            </a:r>
            <a:endParaRPr sz="1200" b="0" u="none" strike="noStrik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12" name="">
            <a:extLst xmlns:a="http://schemas.openxmlformats.org/drawingml/2006/main">
              <a:ext uri="{FF2B5EF4-FFF2-40B4-BE49-F238E27FC236}">
                <a16:creationId xmlns:a16="http://schemas.microsoft.com/office/drawing/2014/main" id="{A75EEF12-8954-4A36-8D5E-33E02E2AC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6880" y="4171680"/>
            <a:ext cx="324000" cy="36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76B7D9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-44640" rIns="90000" bIns="-4464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endParaRPr sz="1800" b="0" u="none" strike="noStrik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13" name="">
            <a:extLst xmlns:a="http://schemas.openxmlformats.org/drawingml/2006/main">
              <a:ext uri="{FF2B5EF4-FFF2-40B4-BE49-F238E27FC236}">
                <a16:creationId xmlns:a16="http://schemas.microsoft.com/office/drawing/2014/main" id="{C5E8B1C7-A2EA-4B6E-AD06-6FA97D5BD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2720" y="4124160"/>
            <a:ext cx="95040" cy="95040"/>
          </a:xfrm>
          <a:prstGeom xmlns:a="http://schemas.openxmlformats.org/drawingml/2006/main" prst="triangle">
            <a:avLst>
              <a:gd name="adj" fmla="val 50000"/>
            </a:avLst>
          </a:prstGeom>
          <a:solidFill xmlns:a="http://schemas.openxmlformats.org/drawingml/2006/main">
            <a:srgbClr val="76B7D9"/>
          </a:solidFill>
          <a:ln xmlns:a="http://schemas.openxmlformats.org/drawingml/2006/main" w="0">
            <a:solidFill>
              <a:srgbClr val="76B7D9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2880" rIns="90000" bIns="288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14" name="">
            <a:extLst xmlns:a="http://schemas.openxmlformats.org/drawingml/2006/main">
              <a:ext uri="{FF2B5EF4-FFF2-40B4-BE49-F238E27FC236}">
                <a16:creationId xmlns:a16="http://schemas.microsoft.com/office/drawing/2014/main" id="{104F32AA-CC11-4DA0-89DD-F0587E325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3960" y="3571920"/>
            <a:ext cx="1904760" cy="119988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0B4D94"/>
          </a:solidFill>
          <a:ln xmlns:a="http://schemas.openxmlformats.org/drawingml/2006/main" w="9525">
            <a:solidFill>
              <a:srgbClr val="4F84B9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endParaRPr sz="1800" b="0" u="none" strike="noStrik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15" name="">
            <a:extLst xmlns:a="http://schemas.openxmlformats.org/drawingml/2006/main">
              <a:ext uri="{FF2B5EF4-FFF2-40B4-BE49-F238E27FC236}">
                <a16:creationId xmlns:a16="http://schemas.microsoft.com/office/drawing/2014/main" id="{F3F07F7B-DF66-4074-8A44-45C34B491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8440" y="3724200"/>
            <a:ext cx="1676160" cy="228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280" b="1" u="none" strike="noStrike">
                <a:solidFill>
                  <a:srgbClr val="B6DAEC"/>
                </a:solidFill>
                <a:latin typeface="Arial"/>
                <a:ea typeface="Arial"/>
                <a:cs typeface="Arial"/>
              </a:rPr>
              <a:t>BM25</a:t>
            </a:r>
            <a:endParaRPr sz="1280" b="0" u="none" strike="noStrik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16" name="">
            <a:extLst xmlns:a="http://schemas.openxmlformats.org/drawingml/2006/main">
              <a:ext uri="{FF2B5EF4-FFF2-40B4-BE49-F238E27FC236}">
                <a16:creationId xmlns:a16="http://schemas.microsoft.com/office/drawing/2014/main" id="{70EE4EF0-EDA8-457C-85E7-0F68A7325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7160" y="4038480"/>
            <a:ext cx="1638000" cy="609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200" b="1" u="none" strike="noStrike">
                <a:solidFill>
                  <a:srgbClr val="FFFFFF"/>
                </a:solidFill>
                <a:latin typeface="Arial"/>
                <a:ea typeface="Arial"/>
                <a:cs typeface="Arial"/>
              </a:rPr>
              <a:t>léxico español</a:t>
            </a:r>
            <a:endParaRPr sz="1200" b="0" u="none" strike="noStrik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17" name="">
            <a:extLst xmlns:a="http://schemas.openxmlformats.org/drawingml/2006/main">
              <a:ext uri="{FF2B5EF4-FFF2-40B4-BE49-F238E27FC236}">
                <a16:creationId xmlns:a16="http://schemas.microsoft.com/office/drawing/2014/main" id="{B7A32D7E-64B5-4520-A1A6-BBF200FFE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480" y="4171680"/>
            <a:ext cx="324000" cy="36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76B7D9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-44640" rIns="90000" bIns="-4464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endParaRPr sz="1800" b="0" u="none" strike="noStrik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18" name="">
            <a:extLst xmlns:a="http://schemas.openxmlformats.org/drawingml/2006/main">
              <a:ext uri="{FF2B5EF4-FFF2-40B4-BE49-F238E27FC236}">
                <a16:creationId xmlns:a16="http://schemas.microsoft.com/office/drawing/2014/main" id="{41ECD605-C683-45B8-9DC1-2F354EFE3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680" y="4124160"/>
            <a:ext cx="95040" cy="95040"/>
          </a:xfrm>
          <a:prstGeom xmlns:a="http://schemas.openxmlformats.org/drawingml/2006/main" prst="triangle">
            <a:avLst>
              <a:gd name="adj" fmla="val 50000"/>
            </a:avLst>
          </a:prstGeom>
          <a:solidFill xmlns:a="http://schemas.openxmlformats.org/drawingml/2006/main">
            <a:srgbClr val="76B7D9"/>
          </a:solidFill>
          <a:ln xmlns:a="http://schemas.openxmlformats.org/drawingml/2006/main" w="0">
            <a:solidFill>
              <a:srgbClr val="76B7D9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2880" rIns="90000" bIns="288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19" name="">
            <a:extLst xmlns:a="http://schemas.openxmlformats.org/drawingml/2006/main">
              <a:ext uri="{FF2B5EF4-FFF2-40B4-BE49-F238E27FC236}">
                <a16:creationId xmlns:a16="http://schemas.microsoft.com/office/drawing/2014/main" id="{12324F91-D3C5-458B-8A71-2B719F402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560" y="3571920"/>
            <a:ext cx="1904760" cy="119988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007AB8"/>
          </a:solidFill>
          <a:ln xmlns:a="http://schemas.openxmlformats.org/drawingml/2006/main" w="9525">
            <a:solidFill>
              <a:srgbClr val="4F84B9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endParaRPr sz="1800" b="0" u="none" strike="noStrik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20" name="">
            <a:extLst xmlns:a="http://schemas.openxmlformats.org/drawingml/2006/main">
              <a:ext uri="{FF2B5EF4-FFF2-40B4-BE49-F238E27FC236}">
                <a16:creationId xmlns:a16="http://schemas.microsoft.com/office/drawing/2014/main" id="{1790BF85-2224-4FAD-A98D-590A2DF36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1040" y="3724200"/>
            <a:ext cx="1676160" cy="228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280" b="1" u="none" strike="noStrike">
                <a:solidFill>
                  <a:srgbClr val="B6DAEC"/>
                </a:solidFill>
                <a:latin typeface="Arial"/>
                <a:ea typeface="Arial"/>
                <a:cs typeface="Arial"/>
              </a:rPr>
              <a:t>RRF</a:t>
            </a:r>
            <a:endParaRPr sz="1280" b="0" u="none" strike="noStrik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21" name="">
            <a:extLst xmlns:a="http://schemas.openxmlformats.org/drawingml/2006/main">
              <a:ext uri="{FF2B5EF4-FFF2-40B4-BE49-F238E27FC236}">
                <a16:creationId xmlns:a16="http://schemas.microsoft.com/office/drawing/2014/main" id="{393DD6BF-174A-46A6-8A62-2864BE7ED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120" y="4038480"/>
            <a:ext cx="1638000" cy="609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200" b="1" u="none" strike="noStrike">
                <a:solidFill>
                  <a:srgbClr val="FFFFFF"/>
                </a:solidFill>
                <a:latin typeface="Arial"/>
                <a:ea typeface="Arial"/>
                <a:cs typeface="Arial"/>
              </a:rPr>
              <a:t>fusión de ranking</a:t>
            </a:r>
            <a:endParaRPr sz="1200" b="0" u="none" strike="noStrik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22" name="">
            <a:extLst xmlns:a="http://schemas.openxmlformats.org/drawingml/2006/main">
              <a:ext uri="{FF2B5EF4-FFF2-40B4-BE49-F238E27FC236}">
                <a16:creationId xmlns:a16="http://schemas.microsoft.com/office/drawing/2014/main" id="{2C77C432-63C3-4167-BB7E-F7204A63D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160" y="3571920"/>
            <a:ext cx="1904760" cy="119988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00A6A6"/>
          </a:solidFill>
          <a:ln xmlns:a="http://schemas.openxmlformats.org/drawingml/2006/main" w="9525">
            <a:solidFill>
              <a:srgbClr val="4F84B9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endParaRPr sz="1800" b="0" u="none" strike="noStrik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23" name="">
            <a:extLst xmlns:a="http://schemas.openxmlformats.org/drawingml/2006/main">
              <a:ext uri="{FF2B5EF4-FFF2-40B4-BE49-F238E27FC236}">
                <a16:creationId xmlns:a16="http://schemas.microsoft.com/office/drawing/2014/main" id="{C8C569C4-8780-494A-BFBB-2531EED13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40" y="3724200"/>
            <a:ext cx="1676160" cy="228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280" b="1" u="none" strike="noStrike">
                <a:solidFill>
                  <a:srgbClr val="B6DAEC"/>
                </a:solidFill>
                <a:latin typeface="Arial"/>
                <a:ea typeface="Arial"/>
                <a:cs typeface="Arial"/>
              </a:rPr>
              <a:t>CONTEXTO</a:t>
            </a:r>
            <a:endParaRPr sz="1280" b="0" u="none" strike="noStrik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24" name="">
            <a:extLst xmlns:a="http://schemas.openxmlformats.org/drawingml/2006/main">
              <a:ext uri="{FF2B5EF4-FFF2-40B4-BE49-F238E27FC236}">
                <a16:creationId xmlns:a16="http://schemas.microsoft.com/office/drawing/2014/main" id="{7ADDC4F5-A0D7-439E-BC95-45D6F7B4B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72720" y="4038480"/>
            <a:ext cx="1638000" cy="609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200" b="1" u="none" strike="noStrike">
                <a:solidFill>
                  <a:srgbClr val="FFFFFF"/>
                </a:solidFill>
                <a:latin typeface="Arial"/>
                <a:ea typeface="Arial"/>
                <a:cs typeface="Arial"/>
              </a:rPr>
              <a:t>chunks + páginas</a:t>
            </a:r>
            <a:endParaRPr sz="1200" b="0" u="none" strike="noStrik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25" name="">
            <a:extLst xmlns:a="http://schemas.openxmlformats.org/drawingml/2006/main">
              <a:ext uri="{FF2B5EF4-FFF2-40B4-BE49-F238E27FC236}">
                <a16:creationId xmlns:a16="http://schemas.microsoft.com/office/drawing/2014/main" id="{E087992F-FB6A-4A3B-8654-083A8E72E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19600"/>
            <a:ext cx="10820160" cy="285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350" b="1" u="none" strike="noStrike">
                <a:solidFill>
                  <a:srgbClr val="D8EBF7"/>
                </a:solidFill>
                <a:latin typeface="Arial"/>
                <a:ea typeface="Arial"/>
                <a:cs typeface="Arial"/>
              </a:rPr>
              <a:t>Qdrant valida la firma del índice, elimina duplicados y devuelve evidencias compatibles con la configuración activa.</a:t>
            </a:r>
            <a:endParaRPr sz="1350" b="0" u="none" strike="noStrik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26949178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6" name="">
            <a:extLst xmlns:a="http://schemas.openxmlformats.org/drawingml/2006/main">
              <a:ext uri="{FF2B5EF4-FFF2-40B4-BE49-F238E27FC236}">
                <a16:creationId xmlns:a16="http://schemas.microsoft.com/office/drawing/2014/main" id="{DD9840ED-6BA2-434E-BE42-A65CBE3BB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4000"/>
            <a:ext cx="4476240" cy="190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900" b="1" u="none" strike="noStrike">
                <a:solidFill>
                  <a:srgbClr val="007AB8"/>
                </a:solidFill>
                <a:latin typeface="Arial"/>
                <a:ea typeface="Arial"/>
                <a:cs typeface="Arial"/>
              </a:rPr>
              <a:t>MODO CONSULTA · LANGGRAPH</a:t>
            </a:r>
            <a:endParaRPr sz="9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27" name="">
            <a:extLst xmlns:a="http://schemas.openxmlformats.org/drawingml/2006/main">
              <a:ext uri="{FF2B5EF4-FFF2-40B4-BE49-F238E27FC236}">
                <a16:creationId xmlns:a16="http://schemas.microsoft.com/office/drawing/2014/main" id="{BB78216A-AE98-4CC7-8C23-2FB0D083C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20"/>
            <a:ext cx="10820160" cy="36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9D9E7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-44640" rIns="90000" bIns="-4464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28" name="">
            <a:extLst xmlns:a="http://schemas.openxmlformats.org/drawingml/2006/main">
              <a:ext uri="{FF2B5EF4-FFF2-40B4-BE49-F238E27FC236}">
                <a16:creationId xmlns:a16="http://schemas.microsoft.com/office/drawing/2014/main" id="{0BA9534E-27F0-4F3D-BCAD-B76357356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040" y="237960"/>
            <a:ext cx="1142640" cy="2664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229" name="">
            <a:extLst xmlns:a="http://schemas.openxmlformats.org/drawingml/2006/main">
              <a:ext uri="{FF2B5EF4-FFF2-40B4-BE49-F238E27FC236}">
                <a16:creationId xmlns:a16="http://schemas.microsoft.com/office/drawing/2014/main" id="{C05EAE54-CF7F-4C73-AF63-61AF4D027B0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cc0284de23f481d"/>
          <a:srcRect xmlns:a="http://schemas.openxmlformats.org/drawingml/2006/main" l="0" t="10054" r="0" b="10054"/>
          <a:stretch xmlns:a="http://schemas.openxmlformats.org/drawingml/2006/main"/>
        </p:blipFill>
        <p:spPr>
          <a:xfrm xmlns:a="http://schemas.openxmlformats.org/drawingml/2006/main">
            <a:off x="9696600" y="285840"/>
            <a:ext cx="875880" cy="18072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pic>
      <p:sp>
        <p:nvSpPr>
          <p:cNvPr id="230" name="">
            <a:extLst xmlns:a="http://schemas.openxmlformats.org/drawingml/2006/main">
              <a:ext uri="{FF2B5EF4-FFF2-40B4-BE49-F238E27FC236}">
                <a16:creationId xmlns:a16="http://schemas.microsoft.com/office/drawing/2014/main" id="{6CD42A37-FFF4-4628-BD9C-3282BA6DD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120" y="324000"/>
            <a:ext cx="456840" cy="190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</a:pPr>
            <a:r>
              <a:rPr sz="900" b="1" u="none" strike="noStrike">
                <a:solidFill>
                  <a:srgbClr val="71859B"/>
                </a:solidFill>
                <a:latin typeface="Arial"/>
                <a:ea typeface="Arial"/>
                <a:cs typeface="Arial"/>
              </a:rPr>
              <a:t>11</a:t>
            </a:r>
            <a:endParaRPr sz="9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31" name="">
            <a:extLst xmlns:a="http://schemas.openxmlformats.org/drawingml/2006/main">
              <a:ext uri="{FF2B5EF4-FFF2-40B4-BE49-F238E27FC236}">
                <a16:creationId xmlns:a16="http://schemas.microsoft.com/office/drawing/2014/main" id="{7B472A2E-688A-4B87-9C99-C3E6DD1D2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00080"/>
            <a:ext cx="10820160" cy="999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3000" b="1" u="none" strike="noStrike">
                <a:solidFill>
                  <a:srgbClr val="071E41"/>
                </a:solidFill>
                <a:latin typeface="Arial"/>
                <a:ea typeface="Arial"/>
                <a:cs typeface="Arial"/>
              </a:rPr>
              <a:t>La respuesta documental pasa por tres estados y no sale sin validación.</a:t>
            </a:r>
            <a:endParaRPr sz="3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32" name="">
            <a:extLst xmlns:a="http://schemas.openxmlformats.org/drawingml/2006/main">
              <a:ext uri="{FF2B5EF4-FFF2-40B4-BE49-F238E27FC236}">
                <a16:creationId xmlns:a16="http://schemas.microsoft.com/office/drawing/2014/main" id="{32D32971-3229-40D6-B4C5-008635E43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600"/>
            <a:ext cx="10820160" cy="552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500" b="0" u="none" strike="noStrike">
                <a:solidFill>
                  <a:srgbClr val="49627F"/>
                </a:solidFill>
                <a:latin typeface="Arial"/>
                <a:ea typeface="Arial"/>
                <a:cs typeface="Arial"/>
              </a:rPr>
              <a:t>Cada nodo tiene una responsabilidad pequeña y se puede probar de forma independiente.</a:t>
            </a:r>
            <a:endParaRPr sz="15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33" name="">
            <a:extLst xmlns:a="http://schemas.openxmlformats.org/drawingml/2006/main">
              <a:ext uri="{FF2B5EF4-FFF2-40B4-BE49-F238E27FC236}">
                <a16:creationId xmlns:a16="http://schemas.microsoft.com/office/drawing/2014/main" id="{5B3F767A-3A19-44AA-96FB-7ABE55491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4760" y="4171680"/>
            <a:ext cx="8382240" cy="36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C9D9E7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-44640" rIns="90000" bIns="-4464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34" name="">
            <a:extLst xmlns:a="http://schemas.openxmlformats.org/drawingml/2006/main">
              <a:ext uri="{FF2B5EF4-FFF2-40B4-BE49-F238E27FC236}">
                <a16:creationId xmlns:a16="http://schemas.microsoft.com/office/drawing/2014/main" id="{79DB234F-6130-4BF0-A8B4-753602575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400" y="3352680"/>
            <a:ext cx="2190240" cy="1638000"/>
          </a:xfrm>
          <a:prstGeom xmlns:a="http://schemas.openxmlformats.org/drawingml/2006/main" prst="roundRect">
            <a:avLst>
              <a:gd name="adj" fmla="val 6977"/>
            </a:avLst>
          </a:prstGeom>
          <a:solidFill xmlns:a="http://schemas.openxmlformats.org/drawingml/2006/main">
            <a:srgbClr val="F2F7FB"/>
          </a:solidFill>
          <a:ln xmlns:a="http://schemas.openxmlformats.org/drawingml/2006/main" w="9525">
            <a:solidFill>
              <a:srgbClr val="C9D9E7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35" name="">
            <a:extLst xmlns:a="http://schemas.openxmlformats.org/drawingml/2006/main">
              <a:ext uri="{FF2B5EF4-FFF2-40B4-BE49-F238E27FC236}">
                <a16:creationId xmlns:a16="http://schemas.microsoft.com/office/drawing/2014/main" id="{96981DDE-5E22-4C61-952B-71BC41102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8040" y="3524400"/>
            <a:ext cx="571320" cy="39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2250" b="1" u="none" strike="noStrike">
                <a:solidFill>
                  <a:srgbClr val="007AB8"/>
                </a:solidFill>
                <a:latin typeface="Arial"/>
                <a:ea typeface="Arial"/>
                <a:cs typeface="Arial"/>
              </a:rPr>
              <a:t>1</a:t>
            </a:r>
            <a:endParaRPr sz="225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36" name="">
            <a:extLst xmlns:a="http://schemas.openxmlformats.org/drawingml/2006/main">
              <a:ext uri="{FF2B5EF4-FFF2-40B4-BE49-F238E27FC236}">
                <a16:creationId xmlns:a16="http://schemas.microsoft.com/office/drawing/2014/main" id="{39D826C0-29DC-4D19-9D13-356F338B3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840" y="4038480"/>
            <a:ext cx="1809360" cy="228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280" b="1" u="none" strike="noStrike">
                <a:solidFill>
                  <a:srgbClr val="071E41"/>
                </a:solidFill>
                <a:latin typeface="Arial"/>
                <a:ea typeface="Arial"/>
                <a:cs typeface="Arial"/>
              </a:rPr>
              <a:t>RETRIEVE</a:t>
            </a:r>
            <a:endParaRPr sz="128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37" name="">
            <a:extLst xmlns:a="http://schemas.openxmlformats.org/drawingml/2006/main">
              <a:ext uri="{FF2B5EF4-FFF2-40B4-BE49-F238E27FC236}">
                <a16:creationId xmlns:a16="http://schemas.microsoft.com/office/drawing/2014/main" id="{24E76ECC-8991-4509-A3C5-B333C4D76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840" y="4400640"/>
            <a:ext cx="1809360" cy="428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200" b="0" u="none" strike="noStrike">
                <a:solidFill>
                  <a:srgbClr val="49627F"/>
                </a:solidFill>
                <a:latin typeface="Arial"/>
                <a:ea typeface="Arial"/>
                <a:cs typeface="Arial"/>
              </a:rPr>
              <a:t>recupera y</a:t>
            </a:r>
            <a:endParaRPr sz="12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200" b="0" u="none" strike="noStrike">
                <a:solidFill>
                  <a:srgbClr val="49627F"/>
                </a:solidFill>
                <a:latin typeface="Arial"/>
                <a:ea typeface="Arial"/>
                <a:cs typeface="Arial"/>
              </a:rPr>
              <a:t>deduplica contexto</a:t>
            </a:r>
            <a:endParaRPr sz="12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38" name="">
            <a:extLst xmlns:a="http://schemas.openxmlformats.org/drawingml/2006/main">
              <a:ext uri="{FF2B5EF4-FFF2-40B4-BE49-F238E27FC236}">
                <a16:creationId xmlns:a16="http://schemas.microsoft.com/office/drawing/2014/main" id="{E8B688EF-B810-41ED-943E-ECB3D0A48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2880" y="3352680"/>
            <a:ext cx="2190240" cy="1638000"/>
          </a:xfrm>
          <a:prstGeom xmlns:a="http://schemas.openxmlformats.org/drawingml/2006/main" prst="roundRect">
            <a:avLst>
              <a:gd name="adj" fmla="val 6977"/>
            </a:avLst>
          </a:prstGeom>
          <a:solidFill xmlns:a="http://schemas.openxmlformats.org/drawingml/2006/main">
            <a:srgbClr val="F2F7FB"/>
          </a:solidFill>
          <a:ln xmlns:a="http://schemas.openxmlformats.org/drawingml/2006/main" w="9525">
            <a:solidFill>
              <a:srgbClr val="C9D9E7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39" name="">
            <a:extLst xmlns:a="http://schemas.openxmlformats.org/drawingml/2006/main">
              <a:ext uri="{FF2B5EF4-FFF2-40B4-BE49-F238E27FC236}">
                <a16:creationId xmlns:a16="http://schemas.microsoft.com/office/drawing/2014/main" id="{0475444A-570C-47FF-8C20-62DEF031A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520" y="3524400"/>
            <a:ext cx="571320" cy="39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2250" b="1" u="none" strike="noStrike">
                <a:solidFill>
                  <a:srgbClr val="007AB8"/>
                </a:solidFill>
                <a:latin typeface="Arial"/>
                <a:ea typeface="Arial"/>
                <a:cs typeface="Arial"/>
              </a:rPr>
              <a:t>2</a:t>
            </a:r>
            <a:endParaRPr sz="225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40" name="">
            <a:extLst xmlns:a="http://schemas.openxmlformats.org/drawingml/2006/main">
              <a:ext uri="{FF2B5EF4-FFF2-40B4-BE49-F238E27FC236}">
                <a16:creationId xmlns:a16="http://schemas.microsoft.com/office/drawing/2014/main" id="{D242BFC3-364F-4986-B16F-15AE76B85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680" y="4038480"/>
            <a:ext cx="1809360" cy="228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280" b="1" u="none" strike="noStrike">
                <a:solidFill>
                  <a:srgbClr val="071E41"/>
                </a:solidFill>
                <a:latin typeface="Arial"/>
                <a:ea typeface="Arial"/>
                <a:cs typeface="Arial"/>
              </a:rPr>
              <a:t>GENERATE</a:t>
            </a:r>
            <a:endParaRPr sz="128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41" name="">
            <a:extLst xmlns:a="http://schemas.openxmlformats.org/drawingml/2006/main">
              <a:ext uri="{FF2B5EF4-FFF2-40B4-BE49-F238E27FC236}">
                <a16:creationId xmlns:a16="http://schemas.microsoft.com/office/drawing/2014/main" id="{9A13D87B-615F-4E54-A51D-E65DE622F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680" y="4400640"/>
            <a:ext cx="1809360" cy="428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200" b="0" u="none" strike="noStrike">
                <a:solidFill>
                  <a:srgbClr val="49627F"/>
                </a:solidFill>
                <a:latin typeface="Arial"/>
                <a:ea typeface="Arial"/>
                <a:cs typeface="Arial"/>
              </a:rPr>
              <a:t>el modelo recibe solo</a:t>
            </a:r>
            <a:endParaRPr sz="12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200" b="0" u="none" strike="noStrike">
                <a:solidFill>
                  <a:srgbClr val="49627F"/>
                </a:solidFill>
                <a:latin typeface="Arial"/>
                <a:ea typeface="Arial"/>
                <a:cs typeface="Arial"/>
              </a:rPr>
              <a:t>el contexto recuperado</a:t>
            </a:r>
            <a:endParaRPr sz="12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42" name="">
            <a:extLst xmlns:a="http://schemas.openxmlformats.org/drawingml/2006/main">
              <a:ext uri="{FF2B5EF4-FFF2-40B4-BE49-F238E27FC236}">
                <a16:creationId xmlns:a16="http://schemas.microsoft.com/office/drawing/2014/main" id="{93563366-0460-416E-8B7E-EF7FA0F7F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20" y="3352680"/>
            <a:ext cx="2190240" cy="1638000"/>
          </a:xfrm>
          <a:prstGeom xmlns:a="http://schemas.openxmlformats.org/drawingml/2006/main" prst="roundRect">
            <a:avLst>
              <a:gd name="adj" fmla="val 6977"/>
            </a:avLst>
          </a:prstGeom>
          <a:solidFill xmlns:a="http://schemas.openxmlformats.org/drawingml/2006/main">
            <a:srgbClr val="00A6A6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endParaRPr sz="1800" b="0" u="none" strike="noStrik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43" name="">
            <a:extLst xmlns:a="http://schemas.openxmlformats.org/drawingml/2006/main">
              <a:ext uri="{FF2B5EF4-FFF2-40B4-BE49-F238E27FC236}">
                <a16:creationId xmlns:a16="http://schemas.microsoft.com/office/drawing/2014/main" id="{EA3D1BEA-1BEB-4116-97AF-2E964D302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60" y="3524400"/>
            <a:ext cx="571320" cy="39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2250" b="1" u="none" strike="noStrike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  <a:endParaRPr sz="225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44" name="">
            <a:extLst xmlns:a="http://schemas.openxmlformats.org/drawingml/2006/main">
              <a:ext uri="{FF2B5EF4-FFF2-40B4-BE49-F238E27FC236}">
                <a16:creationId xmlns:a16="http://schemas.microsoft.com/office/drawing/2014/main" id="{559A7128-A222-4591-9653-9088823D4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160" y="4038480"/>
            <a:ext cx="1809360" cy="228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280" b="1" u="none" strike="noStrike">
                <a:solidFill>
                  <a:srgbClr val="FFFFFF"/>
                </a:solidFill>
                <a:latin typeface="Arial"/>
                <a:ea typeface="Arial"/>
                <a:cs typeface="Arial"/>
              </a:rPr>
              <a:t>VALIDATE</a:t>
            </a:r>
            <a:endParaRPr sz="128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45" name="">
            <a:extLst xmlns:a="http://schemas.openxmlformats.org/drawingml/2006/main">
              <a:ext uri="{FF2B5EF4-FFF2-40B4-BE49-F238E27FC236}">
                <a16:creationId xmlns:a16="http://schemas.microsoft.com/office/drawing/2014/main" id="{C4FE1430-3235-4DB0-9D2B-FD853C4A2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160" y="4400640"/>
            <a:ext cx="1809360" cy="428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200" b="0" u="none" strike="noStrike">
                <a:solidFill>
                  <a:srgbClr val="FFFFFF"/>
                </a:solidFill>
                <a:latin typeface="Arial"/>
                <a:ea typeface="Arial"/>
                <a:cs typeface="Arial"/>
              </a:rPr>
              <a:t>comprueba estado,</a:t>
            </a:r>
            <a:endParaRPr sz="12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200" b="0" u="none" strike="noStrike">
                <a:solidFill>
                  <a:srgbClr val="FFFFFF"/>
                </a:solidFill>
                <a:latin typeface="Arial"/>
                <a:ea typeface="Arial"/>
                <a:cs typeface="Arial"/>
              </a:rPr>
              <a:t>evidencias y citas</a:t>
            </a:r>
            <a:endParaRPr sz="12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46" name="">
            <a:extLst xmlns:a="http://schemas.openxmlformats.org/drawingml/2006/main">
              <a:ext uri="{FF2B5EF4-FFF2-40B4-BE49-F238E27FC236}">
                <a16:creationId xmlns:a16="http://schemas.microsoft.com/office/drawing/2014/main" id="{7D9853FC-90CF-4211-8381-69C858754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57760"/>
            <a:ext cx="10820160" cy="285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430" b="1" u="none" strike="noStrike">
                <a:solidFill>
                  <a:srgbClr val="003781"/>
                </a:solidFill>
                <a:latin typeface="Arial"/>
                <a:ea typeface="Arial"/>
                <a:cs typeface="Arial"/>
              </a:rPr>
              <a:t>Sin contexto suficiente, el flujo devuelve una salida explícita de evidencia insuficiente.</a:t>
            </a:r>
            <a:endParaRPr sz="143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542065709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2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7" name="">
            <a:extLst xmlns:a="http://schemas.openxmlformats.org/drawingml/2006/main">
              <a:ext uri="{FF2B5EF4-FFF2-40B4-BE49-F238E27FC236}">
                <a16:creationId xmlns:a16="http://schemas.microsoft.com/office/drawing/2014/main" id="{2C0A0D84-C7A8-417D-ABA3-21A17E9FF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4000"/>
            <a:ext cx="4476240" cy="190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900" b="1" u="none" strike="noStrike">
                <a:solidFill>
                  <a:srgbClr val="007AB8"/>
                </a:solidFill>
                <a:latin typeface="Arial"/>
                <a:ea typeface="Arial"/>
                <a:cs typeface="Arial"/>
              </a:rPr>
              <a:t>MODO SINIESTRO · COMPRENSIÓN</a:t>
            </a:r>
            <a:endParaRPr sz="9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48" name="">
            <a:extLst xmlns:a="http://schemas.openxmlformats.org/drawingml/2006/main">
              <a:ext uri="{FF2B5EF4-FFF2-40B4-BE49-F238E27FC236}">
                <a16:creationId xmlns:a16="http://schemas.microsoft.com/office/drawing/2014/main" id="{86493F0B-8BA8-4BAF-A138-88138795D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20"/>
            <a:ext cx="10820160" cy="36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9D9E7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-44640" rIns="90000" bIns="-4464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49" name="">
            <a:extLst xmlns:a="http://schemas.openxmlformats.org/drawingml/2006/main">
              <a:ext uri="{FF2B5EF4-FFF2-40B4-BE49-F238E27FC236}">
                <a16:creationId xmlns:a16="http://schemas.microsoft.com/office/drawing/2014/main" id="{0C84E8EB-A622-4427-8C0E-2D9A36C95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040" y="237960"/>
            <a:ext cx="1142640" cy="2664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250" name="">
            <a:extLst xmlns:a="http://schemas.openxmlformats.org/drawingml/2006/main">
              <a:ext uri="{FF2B5EF4-FFF2-40B4-BE49-F238E27FC236}">
                <a16:creationId xmlns:a16="http://schemas.microsoft.com/office/drawing/2014/main" id="{AAD8033B-D425-4CDC-92B7-FCE744AD62F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9a89fddbaff41c9"/>
          <a:srcRect xmlns:a="http://schemas.openxmlformats.org/drawingml/2006/main" l="0" t="10054" r="0" b="10054"/>
          <a:stretch xmlns:a="http://schemas.openxmlformats.org/drawingml/2006/main"/>
        </p:blipFill>
        <p:spPr>
          <a:xfrm xmlns:a="http://schemas.openxmlformats.org/drawingml/2006/main">
            <a:off x="9696600" y="285840"/>
            <a:ext cx="875880" cy="18072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pic>
      <p:sp>
        <p:nvSpPr>
          <p:cNvPr id="251" name="">
            <a:extLst xmlns:a="http://schemas.openxmlformats.org/drawingml/2006/main">
              <a:ext uri="{FF2B5EF4-FFF2-40B4-BE49-F238E27FC236}">
                <a16:creationId xmlns:a16="http://schemas.microsoft.com/office/drawing/2014/main" id="{BA523110-AEDD-47D9-AB3C-9F30B94D5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120" y="324000"/>
            <a:ext cx="456840" cy="190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</a:pPr>
            <a:r>
              <a:rPr sz="900" b="1" u="none" strike="noStrike">
                <a:solidFill>
                  <a:srgbClr val="71859B"/>
                </a:solidFill>
                <a:latin typeface="Arial"/>
                <a:ea typeface="Arial"/>
                <a:cs typeface="Arial"/>
              </a:rPr>
              <a:t>12</a:t>
            </a:r>
            <a:endParaRPr sz="9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52" name="">
            <a:extLst xmlns:a="http://schemas.openxmlformats.org/drawingml/2006/main">
              <a:ext uri="{FF2B5EF4-FFF2-40B4-BE49-F238E27FC236}">
                <a16:creationId xmlns:a16="http://schemas.microsoft.com/office/drawing/2014/main" id="{E7D67D14-45D6-4EDB-A635-431386D81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00080"/>
            <a:ext cx="10820160" cy="999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3000" b="1" u="none" strike="noStrike">
                <a:solidFill>
                  <a:srgbClr val="071E41"/>
                </a:solidFill>
                <a:latin typeface="Arial"/>
                <a:ea typeface="Arial"/>
                <a:cs typeface="Arial"/>
              </a:rPr>
              <a:t>El retrieval del siniestro busca criterios; no intenta decidir directamente.</a:t>
            </a:r>
            <a:endParaRPr sz="3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53" name="">
            <a:extLst xmlns:a="http://schemas.openxmlformats.org/drawingml/2006/main">
              <a:ext uri="{FF2B5EF4-FFF2-40B4-BE49-F238E27FC236}">
                <a16:creationId xmlns:a16="http://schemas.microsoft.com/office/drawing/2014/main" id="{B268DBE2-F949-4BFB-86D7-6258A7307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600"/>
            <a:ext cx="10820160" cy="552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500" b="0" u="none" strike="noStrike">
                <a:solidFill>
                  <a:srgbClr val="49627F"/>
                </a:solidFill>
                <a:latin typeface="Arial"/>
                <a:ea typeface="Arial"/>
                <a:cs typeface="Arial"/>
              </a:rPr>
              <a:t>Primero se estructura lo que afirma cada parte y después se recupera el conocimiento necesario para evaluarlo.</a:t>
            </a:r>
            <a:endParaRPr sz="15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54" name="">
            <a:extLst xmlns:a="http://schemas.openxmlformats.org/drawingml/2006/main">
              <a:ext uri="{FF2B5EF4-FFF2-40B4-BE49-F238E27FC236}">
                <a16:creationId xmlns:a16="http://schemas.microsoft.com/office/drawing/2014/main" id="{51569BB1-2BEA-48A0-B44A-50FDACAC7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560" y="4248000"/>
            <a:ext cx="542880" cy="36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007AB8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-44640" rIns="90000" bIns="-4464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55" name="">
            <a:extLst xmlns:a="http://schemas.openxmlformats.org/drawingml/2006/main">
              <a:ext uri="{FF2B5EF4-FFF2-40B4-BE49-F238E27FC236}">
                <a16:creationId xmlns:a16="http://schemas.microsoft.com/office/drawing/2014/main" id="{F35CEF0C-4622-45AA-A84D-81DA225E4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40" y="4200480"/>
            <a:ext cx="95040" cy="95040"/>
          </a:xfrm>
          <a:prstGeom xmlns:a="http://schemas.openxmlformats.org/drawingml/2006/main" prst="triangle">
            <a:avLst>
              <a:gd name="adj" fmla="val 50000"/>
            </a:avLst>
          </a:prstGeom>
          <a:solidFill xmlns:a="http://schemas.openxmlformats.org/drawingml/2006/main">
            <a:srgbClr val="007AB8"/>
          </a:solidFill>
          <a:ln xmlns:a="http://schemas.openxmlformats.org/drawingml/2006/main" w="0">
            <a:solidFill>
              <a:srgbClr val="007AB8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2880" rIns="90000" bIns="288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endParaRPr sz="1800" b="0" u="none" strike="noStrik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56" name="">
            <a:extLst xmlns:a="http://schemas.openxmlformats.org/drawingml/2006/main">
              <a:ext uri="{FF2B5EF4-FFF2-40B4-BE49-F238E27FC236}">
                <a16:creationId xmlns:a16="http://schemas.microsoft.com/office/drawing/2014/main" id="{F5C54819-A7FC-4088-A46A-369CED150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52840"/>
            <a:ext cx="2666520" cy="2091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130" b="1" u="none" strike="noStrike">
                <a:solidFill>
                  <a:srgbClr val="007AB8"/>
                </a:solidFill>
                <a:latin typeface="Arial"/>
                <a:ea typeface="Arial"/>
                <a:cs typeface="Arial"/>
              </a:rPr>
              <a:t>RELATO</a:t>
            </a:r>
            <a:endParaRPr sz="113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57" name="">
            <a:extLst xmlns:a="http://schemas.openxmlformats.org/drawingml/2006/main">
              <a:ext uri="{FF2B5EF4-FFF2-40B4-BE49-F238E27FC236}">
                <a16:creationId xmlns:a16="http://schemas.microsoft.com/office/drawing/2014/main" id="{EB9D7C53-735B-4512-8F48-AC0AD33C6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680"/>
            <a:ext cx="2857320" cy="6854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430" b="1" u="none" strike="noStrike">
                <a:solidFill>
                  <a:srgbClr val="071E41"/>
                </a:solidFill>
                <a:latin typeface="Arial"/>
                <a:ea typeface="Arial"/>
                <a:cs typeface="Arial"/>
              </a:rPr>
              <a:t>Texto libre, versiones</a:t>
            </a:r>
            <a:endParaRPr sz="143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430" b="1" u="none" strike="noStrike">
                <a:solidFill>
                  <a:srgbClr val="071E41"/>
                </a:solidFill>
                <a:latin typeface="Arial"/>
                <a:ea typeface="Arial"/>
                <a:cs typeface="Arial"/>
              </a:rPr>
              <a:t>y posibles contradicciones</a:t>
            </a:r>
            <a:endParaRPr sz="143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58" name="">
            <a:extLst xmlns:a="http://schemas.openxmlformats.org/drawingml/2006/main">
              <a:ext uri="{FF2B5EF4-FFF2-40B4-BE49-F238E27FC236}">
                <a16:creationId xmlns:a16="http://schemas.microsoft.com/office/drawing/2014/main" id="{6681F2D6-317C-4325-A672-0126C3AC7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000" y="4248000"/>
            <a:ext cx="542880" cy="36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007AB8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-44640" rIns="90000" bIns="-4464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59" name="">
            <a:extLst xmlns:a="http://schemas.openxmlformats.org/drawingml/2006/main">
              <a:ext uri="{FF2B5EF4-FFF2-40B4-BE49-F238E27FC236}">
                <a16:creationId xmlns:a16="http://schemas.microsoft.com/office/drawing/2014/main" id="{F4090683-2823-4437-A9BF-9E85B7123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080" y="4200480"/>
            <a:ext cx="95040" cy="95040"/>
          </a:xfrm>
          <a:prstGeom xmlns:a="http://schemas.openxmlformats.org/drawingml/2006/main" prst="triangle">
            <a:avLst>
              <a:gd name="adj" fmla="val 50000"/>
            </a:avLst>
          </a:prstGeom>
          <a:solidFill xmlns:a="http://schemas.openxmlformats.org/drawingml/2006/main">
            <a:srgbClr val="007AB8"/>
          </a:solidFill>
          <a:ln xmlns:a="http://schemas.openxmlformats.org/drawingml/2006/main" w="0">
            <a:solidFill>
              <a:srgbClr val="007AB8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2880" rIns="90000" bIns="288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endParaRPr sz="1800" b="0" u="none" strike="noStrik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60" name="">
            <a:extLst xmlns:a="http://schemas.openxmlformats.org/drawingml/2006/main">
              <a:ext uri="{FF2B5EF4-FFF2-40B4-BE49-F238E27FC236}">
                <a16:creationId xmlns:a16="http://schemas.microsoft.com/office/drawing/2014/main" id="{33A7103D-5622-40BB-8845-93F7C8976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240" y="3552840"/>
            <a:ext cx="2666520" cy="2091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130" b="1" u="none" strike="noStrike">
                <a:solidFill>
                  <a:srgbClr val="00A6A6"/>
                </a:solidFill>
                <a:latin typeface="Arial"/>
                <a:ea typeface="Arial"/>
                <a:cs typeface="Arial"/>
              </a:rPr>
              <a:t>HECHOS TIPADOS</a:t>
            </a:r>
            <a:endParaRPr sz="113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61" name="">
            <a:extLst xmlns:a="http://schemas.openxmlformats.org/drawingml/2006/main">
              <a:ext uri="{FF2B5EF4-FFF2-40B4-BE49-F238E27FC236}">
                <a16:creationId xmlns:a16="http://schemas.microsoft.com/office/drawing/2014/main" id="{C1CE4FCC-7360-41D2-950B-5F1994006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240" y="4000680"/>
            <a:ext cx="2857320" cy="6854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430" b="1" u="none" strike="noStrike">
                <a:solidFill>
                  <a:srgbClr val="071E41"/>
                </a:solidFill>
                <a:latin typeface="Arial"/>
                <a:ea typeface="Arial"/>
                <a:cs typeface="Arial"/>
              </a:rPr>
              <a:t>Partes, maniobras, D.A.A.</a:t>
            </a:r>
            <a:endParaRPr sz="143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430" b="1" u="none" strike="noStrike">
                <a:solidFill>
                  <a:srgbClr val="071E41"/>
                </a:solidFill>
                <a:latin typeface="Arial"/>
                <a:ea typeface="Arial"/>
                <a:cs typeface="Arial"/>
              </a:rPr>
              <a:t>y datos desconocidos</a:t>
            </a:r>
            <a:endParaRPr sz="143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62" name="">
            <a:extLst xmlns:a="http://schemas.openxmlformats.org/drawingml/2006/main">
              <a:ext uri="{FF2B5EF4-FFF2-40B4-BE49-F238E27FC236}">
                <a16:creationId xmlns:a16="http://schemas.microsoft.com/office/drawing/2014/main" id="{4A884CEC-91C4-4CE3-B4F7-78E15BA63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680" y="3552840"/>
            <a:ext cx="2666520" cy="2091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130" b="1" u="none" strike="noStrike">
                <a:solidFill>
                  <a:srgbClr val="003781"/>
                </a:solidFill>
                <a:latin typeface="Arial"/>
                <a:ea typeface="Arial"/>
                <a:cs typeface="Arial"/>
              </a:rPr>
              <a:t>CRITERIOS</a:t>
            </a:r>
            <a:endParaRPr sz="113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63" name="">
            <a:extLst xmlns:a="http://schemas.openxmlformats.org/drawingml/2006/main">
              <a:ext uri="{FF2B5EF4-FFF2-40B4-BE49-F238E27FC236}">
                <a16:creationId xmlns:a16="http://schemas.microsoft.com/office/drawing/2014/main" id="{09A52734-8A0C-4F65-80DE-EC4D69F8A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680" y="4000680"/>
            <a:ext cx="2857320" cy="6854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430" b="1" u="none" strike="noStrike">
                <a:solidFill>
                  <a:srgbClr val="071E41"/>
                </a:solidFill>
                <a:latin typeface="Arial"/>
                <a:ea typeface="Arial"/>
                <a:cs typeface="Arial"/>
              </a:rPr>
              <a:t>Aplicabilidad, convenio,</a:t>
            </a:r>
            <a:endParaRPr sz="143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430" b="1" u="none" strike="noStrike">
                <a:solidFill>
                  <a:srgbClr val="071E41"/>
                </a:solidFill>
                <a:latin typeface="Arial"/>
                <a:ea typeface="Arial"/>
                <a:cs typeface="Arial"/>
              </a:rPr>
              <a:t>reglas y evidencias del manual</a:t>
            </a:r>
            <a:endParaRPr sz="143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64" name="">
            <a:extLst xmlns:a="http://schemas.openxmlformats.org/drawingml/2006/main">
              <a:ext uri="{FF2B5EF4-FFF2-40B4-BE49-F238E27FC236}">
                <a16:creationId xmlns:a16="http://schemas.microsoft.com/office/drawing/2014/main" id="{8589B919-DB77-4F0F-81EE-A8B70A03A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320"/>
            <a:ext cx="10820160" cy="36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9D9E7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-44640" rIns="90000" bIns="-4464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65" name="">
            <a:extLst xmlns:a="http://schemas.openxmlformats.org/drawingml/2006/main">
              <a:ext uri="{FF2B5EF4-FFF2-40B4-BE49-F238E27FC236}">
                <a16:creationId xmlns:a16="http://schemas.microsoft.com/office/drawing/2014/main" id="{D324E913-CEC0-4BEF-A54A-11AB4DF20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67320"/>
            <a:ext cx="10820160" cy="323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430" b="1" u="none" strike="noStrike">
                <a:solidFill>
                  <a:srgbClr val="003781"/>
                </a:solidFill>
                <a:latin typeface="Arial"/>
                <a:ea typeface="Arial"/>
                <a:cs typeface="Arial"/>
              </a:rPr>
              <a:t>El relato aporta hechos del accidente. El manual aporta reglas. La conclusión necesita ambos.</a:t>
            </a:r>
            <a:endParaRPr sz="143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446390668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6" name="">
            <a:extLst xmlns:a="http://schemas.openxmlformats.org/drawingml/2006/main">
              <a:ext uri="{FF2B5EF4-FFF2-40B4-BE49-F238E27FC236}">
                <a16:creationId xmlns:a16="http://schemas.microsoft.com/office/drawing/2014/main" id="{CF6D8C21-9A82-456B-ABE9-4D68FF7EB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4000"/>
            <a:ext cx="4476240" cy="190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900" b="1" u="none" strike="noStrike">
                <a:solidFill>
                  <a:srgbClr val="007AB8"/>
                </a:solidFill>
                <a:latin typeface="Arial"/>
                <a:ea typeface="Arial"/>
                <a:cs typeface="Arial"/>
              </a:rPr>
              <a:t>MODO SINIESTRO · LANGGRAPH</a:t>
            </a:r>
            <a:endParaRPr sz="9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67" name="">
            <a:extLst xmlns:a="http://schemas.openxmlformats.org/drawingml/2006/main">
              <a:ext uri="{FF2B5EF4-FFF2-40B4-BE49-F238E27FC236}">
                <a16:creationId xmlns:a16="http://schemas.microsoft.com/office/drawing/2014/main" id="{C0F05D43-D9DE-4E41-A118-7F9987F5E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20"/>
            <a:ext cx="10820160" cy="36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9D9E7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-44640" rIns="90000" bIns="-4464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68" name="">
            <a:extLst xmlns:a="http://schemas.openxmlformats.org/drawingml/2006/main">
              <a:ext uri="{FF2B5EF4-FFF2-40B4-BE49-F238E27FC236}">
                <a16:creationId xmlns:a16="http://schemas.microsoft.com/office/drawing/2014/main" id="{17FCE967-7BAD-48DD-A19B-D8AC7D37A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040" y="237960"/>
            <a:ext cx="1142640" cy="2664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269" name="">
            <a:extLst xmlns:a="http://schemas.openxmlformats.org/drawingml/2006/main">
              <a:ext uri="{FF2B5EF4-FFF2-40B4-BE49-F238E27FC236}">
                <a16:creationId xmlns:a16="http://schemas.microsoft.com/office/drawing/2014/main" id="{509A262E-ECA4-4E60-9BAC-BF197F970DF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f146bf35fb64a35"/>
          <a:srcRect xmlns:a="http://schemas.openxmlformats.org/drawingml/2006/main" l="0" t="10054" r="0" b="10054"/>
          <a:stretch xmlns:a="http://schemas.openxmlformats.org/drawingml/2006/main"/>
        </p:blipFill>
        <p:spPr>
          <a:xfrm xmlns:a="http://schemas.openxmlformats.org/drawingml/2006/main">
            <a:off x="9696600" y="285840"/>
            <a:ext cx="875880" cy="18072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pic>
      <p:sp>
        <p:nvSpPr>
          <p:cNvPr id="270" name="">
            <a:extLst xmlns:a="http://schemas.openxmlformats.org/drawingml/2006/main">
              <a:ext uri="{FF2B5EF4-FFF2-40B4-BE49-F238E27FC236}">
                <a16:creationId xmlns:a16="http://schemas.microsoft.com/office/drawing/2014/main" id="{E977CC75-4952-44EB-80E6-0DED5E1EA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120" y="324000"/>
            <a:ext cx="456840" cy="190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</a:pPr>
            <a:r>
              <a:rPr sz="900" b="1" u="none" strike="noStrike">
                <a:solidFill>
                  <a:srgbClr val="71859B"/>
                </a:solidFill>
                <a:latin typeface="Arial"/>
                <a:ea typeface="Arial"/>
                <a:cs typeface="Arial"/>
              </a:rPr>
              <a:t>13</a:t>
            </a:r>
            <a:endParaRPr sz="9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71" name="">
            <a:extLst xmlns:a="http://schemas.openxmlformats.org/drawingml/2006/main">
              <a:ext uri="{FF2B5EF4-FFF2-40B4-BE49-F238E27FC236}">
                <a16:creationId xmlns:a16="http://schemas.microsoft.com/office/drawing/2014/main" id="{AB5375DA-CAF3-4247-B383-E5BADD4F9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00080"/>
            <a:ext cx="10820160" cy="999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3000" b="1" u="none" strike="noStrike">
                <a:solidFill>
                  <a:srgbClr val="071E41"/>
                </a:solidFill>
                <a:latin typeface="Arial"/>
                <a:ea typeface="Arial"/>
                <a:cs typeface="Arial"/>
              </a:rPr>
              <a:t>El grafo puede interrumpirse, preguntar y reanudar antes de explicar el resultado.</a:t>
            </a:r>
            <a:endParaRPr sz="3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72" name="">
            <a:extLst xmlns:a="http://schemas.openxmlformats.org/drawingml/2006/main">
              <a:ext uri="{FF2B5EF4-FFF2-40B4-BE49-F238E27FC236}">
                <a16:creationId xmlns:a16="http://schemas.microsoft.com/office/drawing/2014/main" id="{25777A2B-422E-478B-BAD8-082168423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600"/>
            <a:ext cx="10820160" cy="552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500" b="0" u="none" strike="noStrike">
                <a:solidFill>
                  <a:srgbClr val="49627F"/>
                </a:solidFill>
                <a:latin typeface="Arial"/>
                <a:ea typeface="Arial"/>
                <a:cs typeface="Arial"/>
              </a:rPr>
              <a:t>La entrevista forma parte del workflow: no es una respuesta improvisada fuera del proceso.</a:t>
            </a:r>
            <a:endParaRPr sz="15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73" name="">
            <a:extLst xmlns:a="http://schemas.openxmlformats.org/drawingml/2006/main">
              <a:ext uri="{FF2B5EF4-FFF2-40B4-BE49-F238E27FC236}">
                <a16:creationId xmlns:a16="http://schemas.microsoft.com/office/drawing/2014/main" id="{6CF0E4E8-EBDF-4FA7-96DB-FD1255704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160" y="3981240"/>
            <a:ext cx="238320" cy="36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007AB8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-44640" rIns="90000" bIns="-4464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74" name="">
            <a:extLst xmlns:a="http://schemas.openxmlformats.org/drawingml/2006/main">
              <a:ext uri="{FF2B5EF4-FFF2-40B4-BE49-F238E27FC236}">
                <a16:creationId xmlns:a16="http://schemas.microsoft.com/office/drawing/2014/main" id="{15CCDE7C-B5E0-4769-891D-34478C87C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6320" y="3933720"/>
            <a:ext cx="95040" cy="95040"/>
          </a:xfrm>
          <a:prstGeom xmlns:a="http://schemas.openxmlformats.org/drawingml/2006/main" prst="triangle">
            <a:avLst>
              <a:gd name="adj" fmla="val 50000"/>
            </a:avLst>
          </a:prstGeom>
          <a:solidFill xmlns:a="http://schemas.openxmlformats.org/drawingml/2006/main">
            <a:srgbClr val="007AB8"/>
          </a:solidFill>
          <a:ln xmlns:a="http://schemas.openxmlformats.org/drawingml/2006/main" w="0">
            <a:solidFill>
              <a:srgbClr val="007AB8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2880" rIns="90000" bIns="288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endParaRPr sz="1800" b="0" u="none" strike="noStrik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75" name="">
            <a:extLst xmlns:a="http://schemas.openxmlformats.org/drawingml/2006/main">
              <a:ext uri="{FF2B5EF4-FFF2-40B4-BE49-F238E27FC236}">
                <a16:creationId xmlns:a16="http://schemas.microsoft.com/office/drawing/2014/main" id="{4BE804A0-A6E6-42B3-A57E-5C97FDE25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800" y="3476520"/>
            <a:ext cx="1294920" cy="1009440"/>
          </a:xfrm>
          <a:prstGeom xmlns:a="http://schemas.openxmlformats.org/drawingml/2006/main" prst="roundRect">
            <a:avLst>
              <a:gd name="adj" fmla="val 11321"/>
            </a:avLst>
          </a:prstGeom>
          <a:solidFill xmlns:a="http://schemas.openxmlformats.org/drawingml/2006/main">
            <a:srgbClr val="F2F7FB"/>
          </a:solidFill>
          <a:ln xmlns:a="http://schemas.openxmlformats.org/drawingml/2006/main" w="9525">
            <a:solidFill>
              <a:srgbClr val="C9D9E7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76" name="">
            <a:extLst xmlns:a="http://schemas.openxmlformats.org/drawingml/2006/main">
              <a:ext uri="{FF2B5EF4-FFF2-40B4-BE49-F238E27FC236}">
                <a16:creationId xmlns:a16="http://schemas.microsoft.com/office/drawing/2014/main" id="{B35BF186-347A-433A-9C4E-DDA5EBEA7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80" y="3629160"/>
            <a:ext cx="1066320" cy="228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050" b="1" u="none" strike="noStrike">
                <a:solidFill>
                  <a:srgbClr val="007AB8"/>
                </a:solidFill>
                <a:latin typeface="Arial"/>
                <a:ea typeface="Arial"/>
                <a:cs typeface="Arial"/>
              </a:rPr>
              <a:t>EXTRACT</a:t>
            </a:r>
            <a:endParaRPr sz="105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77" name="">
            <a:extLst xmlns:a="http://schemas.openxmlformats.org/drawingml/2006/main">
              <a:ext uri="{FF2B5EF4-FFF2-40B4-BE49-F238E27FC236}">
                <a16:creationId xmlns:a16="http://schemas.microsoft.com/office/drawing/2014/main" id="{84C9659A-46AD-4B8F-967C-F7FA0D7F8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60" y="3943440"/>
            <a:ext cx="1028520" cy="418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050" b="1" u="none" strike="noStrike">
                <a:solidFill>
                  <a:srgbClr val="071E41"/>
                </a:solidFill>
                <a:latin typeface="Arial"/>
                <a:ea typeface="Arial"/>
                <a:cs typeface="Arial"/>
              </a:rPr>
              <a:t>hechos + plan</a:t>
            </a:r>
            <a:endParaRPr sz="105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78" name="">
            <a:extLst xmlns:a="http://schemas.openxmlformats.org/drawingml/2006/main">
              <a:ext uri="{FF2B5EF4-FFF2-40B4-BE49-F238E27FC236}">
                <a16:creationId xmlns:a16="http://schemas.microsoft.com/office/drawing/2014/main" id="{E4DCE3BA-806C-4AFD-9E9C-DBB2BA4EA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680" y="3981240"/>
            <a:ext cx="237960" cy="36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007AB8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-44640" rIns="90000" bIns="-4464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79" name="">
            <a:extLst xmlns:a="http://schemas.openxmlformats.org/drawingml/2006/main">
              <a:ext uri="{FF2B5EF4-FFF2-40B4-BE49-F238E27FC236}">
                <a16:creationId xmlns:a16="http://schemas.microsoft.com/office/drawing/2014/main" id="{FBA32E11-5891-44B7-8723-46109D0C7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2840" y="3933720"/>
            <a:ext cx="95040" cy="95040"/>
          </a:xfrm>
          <a:prstGeom xmlns:a="http://schemas.openxmlformats.org/drawingml/2006/main" prst="triangle">
            <a:avLst>
              <a:gd name="adj" fmla="val 50000"/>
            </a:avLst>
          </a:prstGeom>
          <a:solidFill xmlns:a="http://schemas.openxmlformats.org/drawingml/2006/main">
            <a:srgbClr val="007AB8"/>
          </a:solidFill>
          <a:ln xmlns:a="http://schemas.openxmlformats.org/drawingml/2006/main" w="0">
            <a:solidFill>
              <a:srgbClr val="007AB8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2880" rIns="90000" bIns="288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endParaRPr sz="1800" b="0" u="none" strike="noStrik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80" name="">
            <a:extLst xmlns:a="http://schemas.openxmlformats.org/drawingml/2006/main">
              <a:ext uri="{FF2B5EF4-FFF2-40B4-BE49-F238E27FC236}">
                <a16:creationId xmlns:a16="http://schemas.microsoft.com/office/drawing/2014/main" id="{55F77FA6-04D0-424D-ACBE-D59A33754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20" y="3476520"/>
            <a:ext cx="1294920" cy="1009440"/>
          </a:xfrm>
          <a:prstGeom xmlns:a="http://schemas.openxmlformats.org/drawingml/2006/main" prst="roundRect">
            <a:avLst>
              <a:gd name="adj" fmla="val 11321"/>
            </a:avLst>
          </a:prstGeom>
          <a:solidFill xmlns:a="http://schemas.openxmlformats.org/drawingml/2006/main">
            <a:srgbClr val="F2F7FB"/>
          </a:solidFill>
          <a:ln xmlns:a="http://schemas.openxmlformats.org/drawingml/2006/main" w="9525">
            <a:solidFill>
              <a:srgbClr val="C9D9E7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81" name="">
            <a:extLst xmlns:a="http://schemas.openxmlformats.org/drawingml/2006/main">
              <a:ext uri="{FF2B5EF4-FFF2-40B4-BE49-F238E27FC236}">
                <a16:creationId xmlns:a16="http://schemas.microsoft.com/office/drawing/2014/main" id="{62764D56-62A4-4028-A5F4-D60FCFEFD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800" y="3629160"/>
            <a:ext cx="1066320" cy="228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050" b="1" u="none" strike="noStrike">
                <a:solidFill>
                  <a:srgbClr val="007AB8"/>
                </a:solidFill>
                <a:latin typeface="Arial"/>
                <a:ea typeface="Arial"/>
                <a:cs typeface="Arial"/>
              </a:rPr>
              <a:t>RETRIEVE</a:t>
            </a:r>
            <a:endParaRPr sz="105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82" name="">
            <a:extLst xmlns:a="http://schemas.openxmlformats.org/drawingml/2006/main">
              <a:ext uri="{FF2B5EF4-FFF2-40B4-BE49-F238E27FC236}">
                <a16:creationId xmlns:a16="http://schemas.microsoft.com/office/drawing/2014/main" id="{C7D99B76-358E-4CFE-8C0E-40883141A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880" y="3943440"/>
            <a:ext cx="1028520" cy="418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050" b="1" u="none" strike="noStrike">
                <a:solidFill>
                  <a:srgbClr val="071E41"/>
                </a:solidFill>
                <a:latin typeface="Arial"/>
                <a:ea typeface="Arial"/>
                <a:cs typeface="Arial"/>
              </a:rPr>
              <a:t>criterios</a:t>
            </a:r>
            <a:endParaRPr sz="105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83" name="">
            <a:extLst xmlns:a="http://schemas.openxmlformats.org/drawingml/2006/main">
              <a:ext uri="{FF2B5EF4-FFF2-40B4-BE49-F238E27FC236}">
                <a16:creationId xmlns:a16="http://schemas.microsoft.com/office/drawing/2014/main" id="{7EF7920E-2666-4C95-B832-B220FB4BE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3981240"/>
            <a:ext cx="237960" cy="36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007AB8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-44640" rIns="90000" bIns="-4464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84" name="">
            <a:extLst xmlns:a="http://schemas.openxmlformats.org/drawingml/2006/main">
              <a:ext uri="{FF2B5EF4-FFF2-40B4-BE49-F238E27FC236}">
                <a16:creationId xmlns:a16="http://schemas.microsoft.com/office/drawing/2014/main" id="{F99FA386-2648-4B3C-95C4-A5BEEC23B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9360" y="3933720"/>
            <a:ext cx="95040" cy="95040"/>
          </a:xfrm>
          <a:prstGeom xmlns:a="http://schemas.openxmlformats.org/drawingml/2006/main" prst="triangle">
            <a:avLst>
              <a:gd name="adj" fmla="val 50000"/>
            </a:avLst>
          </a:prstGeom>
          <a:solidFill xmlns:a="http://schemas.openxmlformats.org/drawingml/2006/main">
            <a:srgbClr val="007AB8"/>
          </a:solidFill>
          <a:ln xmlns:a="http://schemas.openxmlformats.org/drawingml/2006/main" w="0">
            <a:solidFill>
              <a:srgbClr val="007AB8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2880" rIns="90000" bIns="288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endParaRPr sz="1800" b="0" u="none" strike="noStrik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85" name="">
            <a:extLst xmlns:a="http://schemas.openxmlformats.org/drawingml/2006/main">
              <a:ext uri="{FF2B5EF4-FFF2-40B4-BE49-F238E27FC236}">
                <a16:creationId xmlns:a16="http://schemas.microsoft.com/office/drawing/2014/main" id="{B95E6C5D-018C-4CA5-AF07-C75C56E38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840" y="3476520"/>
            <a:ext cx="1294920" cy="1009440"/>
          </a:xfrm>
          <a:prstGeom xmlns:a="http://schemas.openxmlformats.org/drawingml/2006/main" prst="roundRect">
            <a:avLst>
              <a:gd name="adj" fmla="val 11321"/>
            </a:avLst>
          </a:prstGeom>
          <a:solidFill xmlns:a="http://schemas.openxmlformats.org/drawingml/2006/main">
            <a:srgbClr val="F2F7FB"/>
          </a:solidFill>
          <a:ln xmlns:a="http://schemas.openxmlformats.org/drawingml/2006/main" w="9525">
            <a:solidFill>
              <a:srgbClr val="C9D9E7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86" name="">
            <a:extLst xmlns:a="http://schemas.openxmlformats.org/drawingml/2006/main">
              <a:ext uri="{FF2B5EF4-FFF2-40B4-BE49-F238E27FC236}">
                <a16:creationId xmlns:a16="http://schemas.microsoft.com/office/drawing/2014/main" id="{CFE190DD-BE27-4414-8474-741957FF3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8960" y="3629160"/>
            <a:ext cx="1066320" cy="228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050" b="1" u="none" strike="noStrike">
                <a:solidFill>
                  <a:srgbClr val="007AB8"/>
                </a:solidFill>
                <a:latin typeface="Arial"/>
                <a:ea typeface="Arial"/>
                <a:cs typeface="Arial"/>
              </a:rPr>
              <a:t>APPLY</a:t>
            </a:r>
            <a:endParaRPr sz="105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87" name="">
            <a:extLst xmlns:a="http://schemas.openxmlformats.org/drawingml/2006/main">
              <a:ext uri="{FF2B5EF4-FFF2-40B4-BE49-F238E27FC236}">
                <a16:creationId xmlns:a16="http://schemas.microsoft.com/office/drawing/2014/main" id="{3CDC7E78-E810-4D12-AC19-2356F3EB7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040" y="3943440"/>
            <a:ext cx="1028520" cy="418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050" b="1" u="none" strike="noStrike">
                <a:solidFill>
                  <a:srgbClr val="071E41"/>
                </a:solidFill>
                <a:latin typeface="Arial"/>
                <a:ea typeface="Arial"/>
                <a:cs typeface="Arial"/>
              </a:rPr>
              <a:t>reglas</a:t>
            </a:r>
            <a:endParaRPr sz="105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88" name="">
            <a:extLst xmlns:a="http://schemas.openxmlformats.org/drawingml/2006/main">
              <a:ext uri="{FF2B5EF4-FFF2-40B4-BE49-F238E27FC236}">
                <a16:creationId xmlns:a16="http://schemas.microsoft.com/office/drawing/2014/main" id="{3D248F10-439C-48A1-AA53-4E57CF1E1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360" y="3981240"/>
            <a:ext cx="238320" cy="36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007AB8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-44640" rIns="90000" bIns="-4464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89" name="">
            <a:extLst xmlns:a="http://schemas.openxmlformats.org/drawingml/2006/main">
              <a:ext uri="{FF2B5EF4-FFF2-40B4-BE49-F238E27FC236}">
                <a16:creationId xmlns:a16="http://schemas.microsoft.com/office/drawing/2014/main" id="{959FC838-E003-4F32-9DEA-7606F4F83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520" y="3933720"/>
            <a:ext cx="95040" cy="95040"/>
          </a:xfrm>
          <a:prstGeom xmlns:a="http://schemas.openxmlformats.org/drawingml/2006/main" prst="triangle">
            <a:avLst>
              <a:gd name="adj" fmla="val 50000"/>
            </a:avLst>
          </a:prstGeom>
          <a:solidFill xmlns:a="http://schemas.openxmlformats.org/drawingml/2006/main">
            <a:srgbClr val="007AB8"/>
          </a:solidFill>
          <a:ln xmlns:a="http://schemas.openxmlformats.org/drawingml/2006/main" w="0">
            <a:solidFill>
              <a:srgbClr val="007AB8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2880" rIns="90000" bIns="288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endParaRPr sz="1800" b="0" u="none" strike="noStrik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90" name="">
            <a:extLst xmlns:a="http://schemas.openxmlformats.org/drawingml/2006/main">
              <a:ext uri="{FF2B5EF4-FFF2-40B4-BE49-F238E27FC236}">
                <a16:creationId xmlns:a16="http://schemas.microsoft.com/office/drawing/2014/main" id="{042EDDF2-8C6C-40CC-A410-7B053A881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000" y="3476520"/>
            <a:ext cx="1294920" cy="1009440"/>
          </a:xfrm>
          <a:prstGeom xmlns:a="http://schemas.openxmlformats.org/drawingml/2006/main" prst="roundRect">
            <a:avLst>
              <a:gd name="adj" fmla="val 11321"/>
            </a:avLst>
          </a:prstGeom>
          <a:solidFill xmlns:a="http://schemas.openxmlformats.org/drawingml/2006/main">
            <a:srgbClr val="F2F7FB"/>
          </a:solidFill>
          <a:ln xmlns:a="http://schemas.openxmlformats.org/drawingml/2006/main" w="9525">
            <a:solidFill>
              <a:srgbClr val="C9D9E7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91" name="">
            <a:extLst xmlns:a="http://schemas.openxmlformats.org/drawingml/2006/main">
              <a:ext uri="{FF2B5EF4-FFF2-40B4-BE49-F238E27FC236}">
                <a16:creationId xmlns:a16="http://schemas.microsoft.com/office/drawing/2014/main" id="{6EF389FA-3289-4732-8532-92215FCCC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80" y="3629160"/>
            <a:ext cx="1066320" cy="228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050" b="1" u="none" strike="noStrike">
                <a:solidFill>
                  <a:srgbClr val="007AB8"/>
                </a:solidFill>
                <a:latin typeface="Arial"/>
                <a:ea typeface="Arial"/>
                <a:cs typeface="Arial"/>
              </a:rPr>
              <a:t>PLAN</a:t>
            </a:r>
            <a:endParaRPr sz="105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92" name="">
            <a:extLst xmlns:a="http://schemas.openxmlformats.org/drawingml/2006/main">
              <a:ext uri="{FF2B5EF4-FFF2-40B4-BE49-F238E27FC236}">
                <a16:creationId xmlns:a16="http://schemas.microsoft.com/office/drawing/2014/main" id="{FCCC04FD-5EED-4783-B821-B6D491D5A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60" y="3943440"/>
            <a:ext cx="1028520" cy="418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050" b="1" u="none" strike="noStrike">
                <a:solidFill>
                  <a:srgbClr val="071E41"/>
                </a:solidFill>
                <a:latin typeface="Arial"/>
                <a:ea typeface="Arial"/>
                <a:cs typeface="Arial"/>
              </a:rPr>
              <a:t>entrevista</a:t>
            </a:r>
            <a:endParaRPr sz="105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93" name="">
            <a:extLst xmlns:a="http://schemas.openxmlformats.org/drawingml/2006/main">
              <a:ext uri="{FF2B5EF4-FFF2-40B4-BE49-F238E27FC236}">
                <a16:creationId xmlns:a16="http://schemas.microsoft.com/office/drawing/2014/main" id="{AAE93EFF-954A-470F-ACD6-F2DBB0B74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1880" y="3981240"/>
            <a:ext cx="237960" cy="36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007AB8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-44640" rIns="90000" bIns="-4464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94" name="">
            <a:extLst xmlns:a="http://schemas.openxmlformats.org/drawingml/2006/main">
              <a:ext uri="{FF2B5EF4-FFF2-40B4-BE49-F238E27FC236}">
                <a16:creationId xmlns:a16="http://schemas.microsoft.com/office/drawing/2014/main" id="{3ED84CDC-4806-42AE-9B3B-785AC4D8D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2040" y="3933720"/>
            <a:ext cx="95040" cy="95040"/>
          </a:xfrm>
          <a:prstGeom xmlns:a="http://schemas.openxmlformats.org/drawingml/2006/main" prst="triangle">
            <a:avLst>
              <a:gd name="adj" fmla="val 50000"/>
            </a:avLst>
          </a:prstGeom>
          <a:solidFill xmlns:a="http://schemas.openxmlformats.org/drawingml/2006/main">
            <a:srgbClr val="007AB8"/>
          </a:solidFill>
          <a:ln xmlns:a="http://schemas.openxmlformats.org/drawingml/2006/main" w="0">
            <a:solidFill>
              <a:srgbClr val="007AB8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2880" rIns="90000" bIns="288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endParaRPr sz="1800" b="0" u="none" strike="noStrik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95" name="">
            <a:extLst xmlns:a="http://schemas.openxmlformats.org/drawingml/2006/main">
              <a:ext uri="{FF2B5EF4-FFF2-40B4-BE49-F238E27FC236}">
                <a16:creationId xmlns:a16="http://schemas.microsoft.com/office/drawing/2014/main" id="{3A7E0DB1-DF6D-4716-AD22-0F21F80DB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20" y="3476520"/>
            <a:ext cx="1294920" cy="1009440"/>
          </a:xfrm>
          <a:prstGeom xmlns:a="http://schemas.openxmlformats.org/drawingml/2006/main" prst="roundRect">
            <a:avLst>
              <a:gd name="adj" fmla="val 11321"/>
            </a:avLst>
          </a:prstGeom>
          <a:solidFill xmlns:a="http://schemas.openxmlformats.org/drawingml/2006/main">
            <a:srgbClr val="F5A623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96" name="">
            <a:extLst xmlns:a="http://schemas.openxmlformats.org/drawingml/2006/main">
              <a:ext uri="{FF2B5EF4-FFF2-40B4-BE49-F238E27FC236}">
                <a16:creationId xmlns:a16="http://schemas.microsoft.com/office/drawing/2014/main" id="{8A3E1022-04FD-4400-893D-771D96B86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2000" y="3629160"/>
            <a:ext cx="1066320" cy="228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050" b="1" u="none" strike="noStrike">
                <a:solidFill>
                  <a:srgbClr val="FFFFFF"/>
                </a:solidFill>
                <a:latin typeface="Arial"/>
                <a:ea typeface="Arial"/>
                <a:cs typeface="Arial"/>
              </a:rPr>
              <a:t>GATE</a:t>
            </a:r>
            <a:endParaRPr sz="105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97" name="">
            <a:extLst xmlns:a="http://schemas.openxmlformats.org/drawingml/2006/main">
              <a:ext uri="{FF2B5EF4-FFF2-40B4-BE49-F238E27FC236}">
                <a16:creationId xmlns:a16="http://schemas.microsoft.com/office/drawing/2014/main" id="{F5F1158A-FABD-4F00-97CE-7F3BC9F60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1080" y="3943440"/>
            <a:ext cx="1028520" cy="418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050" b="1" u="none" strike="noStrike">
                <a:solidFill>
                  <a:srgbClr val="FFFFFF"/>
                </a:solidFill>
                <a:latin typeface="Arial"/>
                <a:ea typeface="Arial"/>
                <a:cs typeface="Arial"/>
              </a:rPr>
              <a:t>¿falta información?</a:t>
            </a:r>
            <a:endParaRPr sz="105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98" name="">
            <a:extLst xmlns:a="http://schemas.openxmlformats.org/drawingml/2006/main">
              <a:ext uri="{FF2B5EF4-FFF2-40B4-BE49-F238E27FC236}">
                <a16:creationId xmlns:a16="http://schemas.microsoft.com/office/drawing/2014/main" id="{1A19C3B7-714A-4499-BC83-EC44DEBF8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3981240"/>
            <a:ext cx="237960" cy="36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007AB8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-44640" rIns="90000" bIns="-4464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99" name="">
            <a:extLst xmlns:a="http://schemas.openxmlformats.org/drawingml/2006/main">
              <a:ext uri="{FF2B5EF4-FFF2-40B4-BE49-F238E27FC236}">
                <a16:creationId xmlns:a16="http://schemas.microsoft.com/office/drawing/2014/main" id="{E49D46DC-3AAA-4F86-9CB0-4EFDC0A5B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58560" y="3933720"/>
            <a:ext cx="95040" cy="95040"/>
          </a:xfrm>
          <a:prstGeom xmlns:a="http://schemas.openxmlformats.org/drawingml/2006/main" prst="triangle">
            <a:avLst>
              <a:gd name="adj" fmla="val 50000"/>
            </a:avLst>
          </a:prstGeom>
          <a:solidFill xmlns:a="http://schemas.openxmlformats.org/drawingml/2006/main">
            <a:srgbClr val="007AB8"/>
          </a:solidFill>
          <a:ln xmlns:a="http://schemas.openxmlformats.org/drawingml/2006/main" w="0">
            <a:solidFill>
              <a:srgbClr val="007AB8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2880" rIns="90000" bIns="288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endParaRPr sz="1800" b="0" u="none" strike="noStrik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00" name="">
            <a:extLst xmlns:a="http://schemas.openxmlformats.org/drawingml/2006/main">
              <a:ext uri="{FF2B5EF4-FFF2-40B4-BE49-F238E27FC236}">
                <a16:creationId xmlns:a16="http://schemas.microsoft.com/office/drawing/2014/main" id="{5559B9AF-55C0-4B2A-8B49-35B659703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4040" y="3476520"/>
            <a:ext cx="1294920" cy="1009440"/>
          </a:xfrm>
          <a:prstGeom xmlns:a="http://schemas.openxmlformats.org/drawingml/2006/main" prst="roundRect">
            <a:avLst>
              <a:gd name="adj" fmla="val 11321"/>
            </a:avLst>
          </a:prstGeom>
          <a:solidFill xmlns:a="http://schemas.openxmlformats.org/drawingml/2006/main">
            <a:srgbClr val="F2F7FB"/>
          </a:solidFill>
          <a:ln xmlns:a="http://schemas.openxmlformats.org/drawingml/2006/main" w="9525">
            <a:solidFill>
              <a:srgbClr val="C9D9E7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01" name="">
            <a:extLst xmlns:a="http://schemas.openxmlformats.org/drawingml/2006/main">
              <a:ext uri="{FF2B5EF4-FFF2-40B4-BE49-F238E27FC236}">
                <a16:creationId xmlns:a16="http://schemas.microsoft.com/office/drawing/2014/main" id="{08C35F31-1583-4329-AF2E-08548FF31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160" y="3629160"/>
            <a:ext cx="1066320" cy="228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050" b="1" u="none" strike="noStrike">
                <a:solidFill>
                  <a:srgbClr val="007AB8"/>
                </a:solidFill>
                <a:latin typeface="Arial"/>
                <a:ea typeface="Arial"/>
                <a:cs typeface="Arial"/>
              </a:rPr>
              <a:t>EXPLAIN</a:t>
            </a:r>
            <a:endParaRPr sz="105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02" name="">
            <a:extLst xmlns:a="http://schemas.openxmlformats.org/drawingml/2006/main">
              <a:ext uri="{FF2B5EF4-FFF2-40B4-BE49-F238E27FC236}">
                <a16:creationId xmlns:a16="http://schemas.microsoft.com/office/drawing/2014/main" id="{27244434-7DB0-4DFA-A2FE-9633F4A45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240" y="3943440"/>
            <a:ext cx="1028520" cy="418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050" b="1" u="none" strike="noStrike">
                <a:solidFill>
                  <a:srgbClr val="071E41"/>
                </a:solidFill>
                <a:latin typeface="Arial"/>
                <a:ea typeface="Arial"/>
                <a:cs typeface="Arial"/>
              </a:rPr>
              <a:t>resultado</a:t>
            </a:r>
            <a:endParaRPr sz="105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03" name="">
            <a:extLst xmlns:a="http://schemas.openxmlformats.org/drawingml/2006/main">
              <a:ext uri="{FF2B5EF4-FFF2-40B4-BE49-F238E27FC236}">
                <a16:creationId xmlns:a16="http://schemas.microsoft.com/office/drawing/2014/main" id="{EF9A3C12-C043-4CEB-879D-E234036E8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200" y="3476520"/>
            <a:ext cx="1294920" cy="1009440"/>
          </a:xfrm>
          <a:prstGeom xmlns:a="http://schemas.openxmlformats.org/drawingml/2006/main" prst="roundRect">
            <a:avLst>
              <a:gd name="adj" fmla="val 11321"/>
            </a:avLst>
          </a:prstGeom>
          <a:solidFill xmlns:a="http://schemas.openxmlformats.org/drawingml/2006/main">
            <a:srgbClr val="00A6A6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endParaRPr sz="1800" b="0" u="none" strike="noStrik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04" name="">
            <a:extLst xmlns:a="http://schemas.openxmlformats.org/drawingml/2006/main">
              <a:ext uri="{FF2B5EF4-FFF2-40B4-BE49-F238E27FC236}">
                <a16:creationId xmlns:a16="http://schemas.microsoft.com/office/drawing/2014/main" id="{98BBEC2C-AD3B-4F2F-BE1C-D4E30C880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4680" y="3629160"/>
            <a:ext cx="1066320" cy="228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050" b="1" u="none" strike="noStrike">
                <a:solidFill>
                  <a:srgbClr val="FFFFFF"/>
                </a:solidFill>
                <a:latin typeface="Arial"/>
                <a:ea typeface="Arial"/>
                <a:cs typeface="Arial"/>
              </a:rPr>
              <a:t>VALIDATE</a:t>
            </a:r>
            <a:endParaRPr sz="105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05" name="">
            <a:extLst xmlns:a="http://schemas.openxmlformats.org/drawingml/2006/main">
              <a:ext uri="{FF2B5EF4-FFF2-40B4-BE49-F238E27FC236}">
                <a16:creationId xmlns:a16="http://schemas.microsoft.com/office/drawing/2014/main" id="{C76ACC9E-4529-4A83-B468-6B7C43EF7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60" y="3943440"/>
            <a:ext cx="1028520" cy="418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050" b="1" u="none" strike="noStrike">
                <a:solidFill>
                  <a:srgbClr val="FFFFFF"/>
                </a:solidFill>
                <a:latin typeface="Arial"/>
                <a:ea typeface="Arial"/>
                <a:cs typeface="Arial"/>
              </a:rPr>
              <a:t>salida</a:t>
            </a:r>
            <a:endParaRPr sz="105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06" name="">
            <a:extLst xmlns:a="http://schemas.openxmlformats.org/drawingml/2006/main">
              <a:ext uri="{FF2B5EF4-FFF2-40B4-BE49-F238E27FC236}">
                <a16:creationId xmlns:a16="http://schemas.microsoft.com/office/drawing/2014/main" id="{B55936CF-7A08-4279-B2AA-292EF6EE0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480" y="4762440"/>
            <a:ext cx="3429000" cy="36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00A6A6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-44640" rIns="90000" bIns="-4464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07" name="">
            <a:extLst xmlns:a="http://schemas.openxmlformats.org/drawingml/2006/main">
              <a:ext uri="{FF2B5EF4-FFF2-40B4-BE49-F238E27FC236}">
                <a16:creationId xmlns:a16="http://schemas.microsoft.com/office/drawing/2014/main" id="{A28095B9-D16A-4785-A838-43285C859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4905360"/>
            <a:ext cx="2619000" cy="228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200" b="1" u="none" strike="noStrike">
                <a:solidFill>
                  <a:srgbClr val="00A6A6"/>
                </a:solidFill>
                <a:latin typeface="Arial"/>
                <a:ea typeface="Arial"/>
                <a:cs typeface="Arial"/>
              </a:rPr>
              <a:t>↶  si responde, reextraer hechos</a:t>
            </a:r>
            <a:endParaRPr sz="12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08" name="">
            <a:extLst xmlns:a="http://schemas.openxmlformats.org/drawingml/2006/main">
              <a:ext uri="{FF2B5EF4-FFF2-40B4-BE49-F238E27FC236}">
                <a16:creationId xmlns:a16="http://schemas.microsoft.com/office/drawing/2014/main" id="{C5A6802F-4FF6-4F4C-802B-9B43060A1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57760"/>
            <a:ext cx="10820160" cy="285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350" b="1" u="none" strike="noStrike">
                <a:solidFill>
                  <a:srgbClr val="003781"/>
                </a:solidFill>
                <a:latin typeface="Arial"/>
                <a:ea typeface="Arial"/>
                <a:cs typeface="Arial"/>
              </a:rPr>
              <a:t>La ejecución conserva el hilo mediante un checkpointer y limita el número de rondas de aclaración.</a:t>
            </a:r>
            <a:endParaRPr sz="135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577602143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00378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9" name="">
            <a:extLst xmlns:a="http://schemas.openxmlformats.org/drawingml/2006/main">
              <a:ext uri="{FF2B5EF4-FFF2-40B4-BE49-F238E27FC236}">
                <a16:creationId xmlns:a16="http://schemas.microsoft.com/office/drawing/2014/main" id="{83E4A502-5EF0-4307-9016-75F066C49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4000"/>
            <a:ext cx="4476240" cy="190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900" b="1" u="none" strike="noStrike">
                <a:solidFill>
                  <a:srgbClr val="A9D4EA"/>
                </a:solidFill>
                <a:latin typeface="Arial"/>
                <a:ea typeface="Arial"/>
                <a:cs typeface="Arial"/>
              </a:rPr>
              <a:t>MODO SINIESTRO · DECISIÓN</a:t>
            </a:r>
            <a:endParaRPr sz="900" b="0" u="none" strike="noStrik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10" name="">
            <a:extLst xmlns:a="http://schemas.openxmlformats.org/drawingml/2006/main">
              <a:ext uri="{FF2B5EF4-FFF2-40B4-BE49-F238E27FC236}">
                <a16:creationId xmlns:a16="http://schemas.microsoft.com/office/drawing/2014/main" id="{1D3A6366-AD00-40D5-8816-8E9BE0D27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20"/>
            <a:ext cx="10820160" cy="36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3D699D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-44640" rIns="90000" bIns="-4464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endParaRPr sz="1800" b="0" u="none" strike="noStrik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11" name="">
            <a:extLst xmlns:a="http://schemas.openxmlformats.org/drawingml/2006/main">
              <a:ext uri="{FF2B5EF4-FFF2-40B4-BE49-F238E27FC236}">
                <a16:creationId xmlns:a16="http://schemas.microsoft.com/office/drawing/2014/main" id="{D213B00E-D223-483B-87D4-7821A639D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040" y="237960"/>
            <a:ext cx="1142640" cy="2664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312" name="">
            <a:extLst xmlns:a="http://schemas.openxmlformats.org/drawingml/2006/main">
              <a:ext uri="{FF2B5EF4-FFF2-40B4-BE49-F238E27FC236}">
                <a16:creationId xmlns:a16="http://schemas.microsoft.com/office/drawing/2014/main" id="{0A4C34A0-457A-4E8D-AA7E-BB20E9F2656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4035f8814b04493"/>
          <a:srcRect xmlns:a="http://schemas.openxmlformats.org/drawingml/2006/main" l="0" t="10054" r="0" b="10054"/>
          <a:stretch xmlns:a="http://schemas.openxmlformats.org/drawingml/2006/main"/>
        </p:blipFill>
        <p:spPr>
          <a:xfrm xmlns:a="http://schemas.openxmlformats.org/drawingml/2006/main">
            <a:off x="9696600" y="285840"/>
            <a:ext cx="875880" cy="18072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pic>
      <p:sp>
        <p:nvSpPr>
          <p:cNvPr id="313" name="">
            <a:extLst xmlns:a="http://schemas.openxmlformats.org/drawingml/2006/main">
              <a:ext uri="{FF2B5EF4-FFF2-40B4-BE49-F238E27FC236}">
                <a16:creationId xmlns:a16="http://schemas.microsoft.com/office/drawing/2014/main" id="{534C5CE4-A014-4240-91DE-473795582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120" y="324000"/>
            <a:ext cx="456840" cy="190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</a:pPr>
            <a:r>
              <a:rPr sz="900" b="1" u="none" strike="noStrike">
                <a:solidFill>
                  <a:srgbClr val="A9D4EA"/>
                </a:solidFill>
                <a:latin typeface="Arial"/>
                <a:ea typeface="Arial"/>
                <a:cs typeface="Arial"/>
              </a:rPr>
              <a:t>14</a:t>
            </a:r>
            <a:endParaRPr sz="900" b="0" u="none" strike="noStrik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14" name="">
            <a:extLst xmlns:a="http://schemas.openxmlformats.org/drawingml/2006/main">
              <a:ext uri="{FF2B5EF4-FFF2-40B4-BE49-F238E27FC236}">
                <a16:creationId xmlns:a16="http://schemas.microsoft.com/office/drawing/2014/main" id="{AD75813C-EA24-4061-9B5A-52F5C67C8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00080"/>
            <a:ext cx="10820160" cy="999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3000" b="1" u="none" strike="noStrike">
                <a:solidFill>
                  <a:srgbClr val="FFFFFF"/>
                </a:solidFill>
                <a:latin typeface="Arial"/>
                <a:ea typeface="Arial"/>
                <a:cs typeface="Arial"/>
              </a:rPr>
              <a:t>El LLM estructura y explica; el motor determinístico decide con hechos explícitos.</a:t>
            </a:r>
            <a:endParaRPr sz="3000" b="0" u="none" strike="noStrik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15" name="">
            <a:extLst xmlns:a="http://schemas.openxmlformats.org/drawingml/2006/main">
              <a:ext uri="{FF2B5EF4-FFF2-40B4-BE49-F238E27FC236}">
                <a16:creationId xmlns:a16="http://schemas.microsoft.com/office/drawing/2014/main" id="{5C29C900-EC32-4801-8967-2A728A94D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600"/>
            <a:ext cx="10820160" cy="552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500" b="0" u="none" strike="noStrike">
                <a:solidFill>
                  <a:srgbClr val="D7EAF7"/>
                </a:solidFill>
                <a:latin typeface="Arial"/>
                <a:ea typeface="Arial"/>
                <a:cs typeface="Arial"/>
              </a:rPr>
              <a:t>La separación impide que una redacción convincente sobrescriba el resultado de las reglas.</a:t>
            </a:r>
            <a:endParaRPr sz="1500" b="0" u="none" strike="noStrik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16" name="">
            <a:extLst xmlns:a="http://schemas.openxmlformats.org/drawingml/2006/main">
              <a:ext uri="{FF2B5EF4-FFF2-40B4-BE49-F238E27FC236}">
                <a16:creationId xmlns:a16="http://schemas.microsoft.com/office/drawing/2014/main" id="{4AF213C6-E70E-48F4-9950-25E6B82A8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5360" y="4171680"/>
            <a:ext cx="352440" cy="36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74B6D8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-44640" rIns="90000" bIns="-4464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endParaRPr sz="1800" b="0" u="none" strike="noStrik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17" name="">
            <a:extLst xmlns:a="http://schemas.openxmlformats.org/drawingml/2006/main">
              <a:ext uri="{FF2B5EF4-FFF2-40B4-BE49-F238E27FC236}">
                <a16:creationId xmlns:a16="http://schemas.microsoft.com/office/drawing/2014/main" id="{F068BF30-28E2-450B-B90E-7847BBDBD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0000" y="4124160"/>
            <a:ext cx="95040" cy="95040"/>
          </a:xfrm>
          <a:prstGeom xmlns:a="http://schemas.openxmlformats.org/drawingml/2006/main" prst="triangle">
            <a:avLst>
              <a:gd name="adj" fmla="val 50000"/>
            </a:avLst>
          </a:prstGeom>
          <a:solidFill xmlns:a="http://schemas.openxmlformats.org/drawingml/2006/main">
            <a:srgbClr val="74B6D8"/>
          </a:solidFill>
          <a:ln xmlns:a="http://schemas.openxmlformats.org/drawingml/2006/main" w="0">
            <a:solidFill>
              <a:srgbClr val="74B6D8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2880" rIns="90000" bIns="288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18" name="">
            <a:extLst xmlns:a="http://schemas.openxmlformats.org/drawingml/2006/main">
              <a:ext uri="{FF2B5EF4-FFF2-40B4-BE49-F238E27FC236}">
                <a16:creationId xmlns:a16="http://schemas.microsoft.com/office/drawing/2014/main" id="{9A86EDCE-2F27-4B6B-8C74-2D656A4CC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680" y="3571920"/>
            <a:ext cx="1847520" cy="119988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0B4D94"/>
          </a:solidFill>
          <a:ln xmlns:a="http://schemas.openxmlformats.org/drawingml/2006/main" w="9525">
            <a:solidFill>
              <a:srgbClr val="4D82B6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endParaRPr sz="1800" b="0" u="none" strike="noStrik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19" name="">
            <a:extLst xmlns:a="http://schemas.openxmlformats.org/drawingml/2006/main">
              <a:ext uri="{FF2B5EF4-FFF2-40B4-BE49-F238E27FC236}">
                <a16:creationId xmlns:a16="http://schemas.microsoft.com/office/drawing/2014/main" id="{FCB33400-49E3-42C2-8C78-CE08A4F8D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00" y="3724200"/>
            <a:ext cx="1618920" cy="228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280" b="1" u="none" strike="noStrike">
                <a:solidFill>
                  <a:srgbClr val="AFD7EA"/>
                </a:solidFill>
                <a:latin typeface="Arial"/>
                <a:ea typeface="Arial"/>
                <a:cs typeface="Arial"/>
              </a:rPr>
              <a:t>HECHOS</a:t>
            </a:r>
            <a:endParaRPr sz="1280" b="0" u="none" strike="noStrik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20" name="">
            <a:extLst xmlns:a="http://schemas.openxmlformats.org/drawingml/2006/main">
              <a:ext uri="{FF2B5EF4-FFF2-40B4-BE49-F238E27FC236}">
                <a16:creationId xmlns:a16="http://schemas.microsoft.com/office/drawing/2014/main" id="{18726AA7-EAE3-4B7F-BEAF-85498B902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880" y="4038480"/>
            <a:ext cx="1580760" cy="609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200" b="1" u="none" strike="noStrike">
                <a:solidFill>
                  <a:srgbClr val="FFFFFF"/>
                </a:solidFill>
                <a:latin typeface="Arial"/>
                <a:ea typeface="Arial"/>
                <a:cs typeface="Arial"/>
              </a:rPr>
              <a:t>valores expresos</a:t>
            </a:r>
            <a:endParaRPr sz="1200" b="0" u="none" strike="noStrike">
              <a:solidFill>
                <a:srgbClr val="FFFFFF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200" b="1" u="none" strike="noStrike">
                <a:solidFill>
                  <a:srgbClr val="FFFFFF"/>
                </a:solidFill>
                <a:latin typeface="Arial"/>
                <a:ea typeface="Arial"/>
                <a:cs typeface="Arial"/>
              </a:rPr>
              <a:t>y contradicciones</a:t>
            </a:r>
            <a:endParaRPr sz="1200" b="0" u="none" strike="noStrik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21" name="">
            <a:extLst xmlns:a="http://schemas.openxmlformats.org/drawingml/2006/main">
              <a:ext uri="{FF2B5EF4-FFF2-40B4-BE49-F238E27FC236}">
                <a16:creationId xmlns:a16="http://schemas.microsoft.com/office/drawing/2014/main" id="{70E9BD13-D305-4703-AF51-F0B373BD6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00" y="4171680"/>
            <a:ext cx="352440" cy="36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74B6D8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-44640" rIns="90000" bIns="-4464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endParaRPr sz="1800" b="0" u="none" strike="noStrik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22" name="">
            <a:extLst xmlns:a="http://schemas.openxmlformats.org/drawingml/2006/main">
              <a:ext uri="{FF2B5EF4-FFF2-40B4-BE49-F238E27FC236}">
                <a16:creationId xmlns:a16="http://schemas.microsoft.com/office/drawing/2014/main" id="{73AAA596-A647-4BB9-9185-2C4887BC4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2880" y="4124160"/>
            <a:ext cx="95040" cy="95040"/>
          </a:xfrm>
          <a:prstGeom xmlns:a="http://schemas.openxmlformats.org/drawingml/2006/main" prst="triangle">
            <a:avLst>
              <a:gd name="adj" fmla="val 50000"/>
            </a:avLst>
          </a:prstGeom>
          <a:solidFill xmlns:a="http://schemas.openxmlformats.org/drawingml/2006/main">
            <a:srgbClr val="74B6D8"/>
          </a:solidFill>
          <a:ln xmlns:a="http://schemas.openxmlformats.org/drawingml/2006/main" w="0">
            <a:solidFill>
              <a:srgbClr val="74B6D8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2880" rIns="90000" bIns="288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23" name="">
            <a:extLst xmlns:a="http://schemas.openxmlformats.org/drawingml/2006/main">
              <a:ext uri="{FF2B5EF4-FFF2-40B4-BE49-F238E27FC236}">
                <a16:creationId xmlns:a16="http://schemas.microsoft.com/office/drawing/2014/main" id="{77DBFA6D-9AB1-44D7-B3D1-6A2213C97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2560" y="3571920"/>
            <a:ext cx="1847520" cy="119988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0B4D94"/>
          </a:solidFill>
          <a:ln xmlns:a="http://schemas.openxmlformats.org/drawingml/2006/main" w="9525">
            <a:solidFill>
              <a:srgbClr val="4D82B6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endParaRPr sz="1800" b="0" u="none" strike="noStrik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24" name="">
            <a:extLst xmlns:a="http://schemas.openxmlformats.org/drawingml/2006/main">
              <a:ext uri="{FF2B5EF4-FFF2-40B4-BE49-F238E27FC236}">
                <a16:creationId xmlns:a16="http://schemas.microsoft.com/office/drawing/2014/main" id="{9F06F556-7C28-417B-ABA1-46AA72F60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7040" y="3724200"/>
            <a:ext cx="1618920" cy="228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280" b="1" u="none" strike="noStrike">
                <a:solidFill>
                  <a:srgbClr val="AFD7EA"/>
                </a:solidFill>
                <a:latin typeface="Arial"/>
                <a:ea typeface="Arial"/>
                <a:cs typeface="Arial"/>
              </a:rPr>
              <a:t>APLICABILIDAD</a:t>
            </a:r>
            <a:endParaRPr sz="1280" b="0" u="none" strike="noStrik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25" name="">
            <a:extLst xmlns:a="http://schemas.openxmlformats.org/drawingml/2006/main">
              <a:ext uri="{FF2B5EF4-FFF2-40B4-BE49-F238E27FC236}">
                <a16:creationId xmlns:a16="http://schemas.microsoft.com/office/drawing/2014/main" id="{BE0B392F-F678-49C3-8DA2-77CBCD40B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6120" y="4038480"/>
            <a:ext cx="1580760" cy="609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200" b="1" u="none" strike="noStrike">
                <a:solidFill>
                  <a:srgbClr val="FFFFFF"/>
                </a:solidFill>
                <a:latin typeface="Arial"/>
                <a:ea typeface="Arial"/>
                <a:cs typeface="Arial"/>
              </a:rPr>
              <a:t>puertas CIDE /</a:t>
            </a:r>
            <a:endParaRPr sz="1200" b="0" u="none" strike="noStrike">
              <a:solidFill>
                <a:srgbClr val="FFFFFF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200" b="1" u="none" strike="noStrike">
                <a:solidFill>
                  <a:srgbClr val="FFFFFF"/>
                </a:solidFill>
                <a:latin typeface="Arial"/>
                <a:ea typeface="Arial"/>
                <a:cs typeface="Arial"/>
              </a:rPr>
              <a:t>ASCIDE</a:t>
            </a:r>
            <a:endParaRPr sz="1200" b="0" u="none" strike="noStrik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26" name="">
            <a:extLst xmlns:a="http://schemas.openxmlformats.org/drawingml/2006/main">
              <a:ext uri="{FF2B5EF4-FFF2-40B4-BE49-F238E27FC236}">
                <a16:creationId xmlns:a16="http://schemas.microsoft.com/office/drawing/2014/main" id="{91823B42-A4E0-421A-BE77-6DDC89571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480" y="4171680"/>
            <a:ext cx="352440" cy="36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74B6D8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-44640" rIns="90000" bIns="-4464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endParaRPr sz="1800" b="0" u="none" strike="noStrik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27" name="">
            <a:extLst xmlns:a="http://schemas.openxmlformats.org/drawingml/2006/main">
              <a:ext uri="{FF2B5EF4-FFF2-40B4-BE49-F238E27FC236}">
                <a16:creationId xmlns:a16="http://schemas.microsoft.com/office/drawing/2014/main" id="{A8A2CFC3-EFD5-4D5B-8E3D-548CA1EB4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20" y="4124160"/>
            <a:ext cx="95040" cy="95040"/>
          </a:xfrm>
          <a:prstGeom xmlns:a="http://schemas.openxmlformats.org/drawingml/2006/main" prst="triangle">
            <a:avLst>
              <a:gd name="adj" fmla="val 50000"/>
            </a:avLst>
          </a:prstGeom>
          <a:solidFill xmlns:a="http://schemas.openxmlformats.org/drawingml/2006/main">
            <a:srgbClr val="74B6D8"/>
          </a:solidFill>
          <a:ln xmlns:a="http://schemas.openxmlformats.org/drawingml/2006/main" w="0">
            <a:solidFill>
              <a:srgbClr val="74B6D8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2880" rIns="90000" bIns="288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28" name="">
            <a:extLst xmlns:a="http://schemas.openxmlformats.org/drawingml/2006/main">
              <a:ext uri="{FF2B5EF4-FFF2-40B4-BE49-F238E27FC236}">
                <a16:creationId xmlns:a16="http://schemas.microsoft.com/office/drawing/2014/main" id="{E4FC81F4-CD90-4A45-A1B0-BC2679007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00" y="3571920"/>
            <a:ext cx="1847520" cy="119988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0B4D94"/>
          </a:solidFill>
          <a:ln xmlns:a="http://schemas.openxmlformats.org/drawingml/2006/main" w="9525">
            <a:solidFill>
              <a:srgbClr val="4D82B6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endParaRPr sz="1800" b="0" u="none" strike="noStrik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29" name="">
            <a:extLst xmlns:a="http://schemas.openxmlformats.org/drawingml/2006/main">
              <a:ext uri="{FF2B5EF4-FFF2-40B4-BE49-F238E27FC236}">
                <a16:creationId xmlns:a16="http://schemas.microsoft.com/office/drawing/2014/main" id="{14B52507-CC72-47E9-86EB-D184A678B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0280" y="3724200"/>
            <a:ext cx="1618920" cy="228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280" b="1" u="none" strike="noStrike">
                <a:solidFill>
                  <a:srgbClr val="AFD7EA"/>
                </a:solidFill>
                <a:latin typeface="Arial"/>
                <a:ea typeface="Arial"/>
                <a:cs typeface="Arial"/>
              </a:rPr>
              <a:t>RULESET</a:t>
            </a:r>
            <a:endParaRPr sz="1280" b="0" u="none" strike="noStrik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30" name="">
            <a:extLst xmlns:a="http://schemas.openxmlformats.org/drawingml/2006/main">
              <a:ext uri="{FF2B5EF4-FFF2-40B4-BE49-F238E27FC236}">
                <a16:creationId xmlns:a16="http://schemas.microsoft.com/office/drawing/2014/main" id="{69709375-2FEF-4E9A-847E-68119064C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9360" y="4038480"/>
            <a:ext cx="1580760" cy="609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200" b="1" u="none" strike="noStrike">
                <a:solidFill>
                  <a:srgbClr val="FFFFFF"/>
                </a:solidFill>
                <a:latin typeface="Arial"/>
                <a:ea typeface="Arial"/>
                <a:cs typeface="Arial"/>
              </a:rPr>
              <a:t>predicados cerrados</a:t>
            </a:r>
            <a:endParaRPr sz="1200" b="0" u="none" strike="noStrike">
              <a:solidFill>
                <a:srgbClr val="FFFFFF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200" b="1" u="none" strike="noStrike">
                <a:solidFill>
                  <a:srgbClr val="FFFFFF"/>
                </a:solidFill>
                <a:latin typeface="Arial"/>
                <a:ea typeface="Arial"/>
                <a:cs typeface="Arial"/>
              </a:rPr>
              <a:t>y versionados</a:t>
            </a:r>
            <a:endParaRPr sz="1200" b="0" u="none" strike="noStrik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31" name="">
            <a:extLst xmlns:a="http://schemas.openxmlformats.org/drawingml/2006/main">
              <a:ext uri="{FF2B5EF4-FFF2-40B4-BE49-F238E27FC236}">
                <a16:creationId xmlns:a16="http://schemas.microsoft.com/office/drawing/2014/main" id="{36C2AE84-31FF-4F1A-B8EC-353BEB3BA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4720" y="4171680"/>
            <a:ext cx="352440" cy="36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74B6D8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-44640" rIns="90000" bIns="-4464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endParaRPr sz="1800" b="0" u="none" strike="noStrik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32" name="">
            <a:extLst xmlns:a="http://schemas.openxmlformats.org/drawingml/2006/main">
              <a:ext uri="{FF2B5EF4-FFF2-40B4-BE49-F238E27FC236}">
                <a16:creationId xmlns:a16="http://schemas.microsoft.com/office/drawing/2014/main" id="{97E2A47F-6B3C-494D-8796-CE772D9E8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60" y="4124160"/>
            <a:ext cx="95040" cy="95040"/>
          </a:xfrm>
          <a:prstGeom xmlns:a="http://schemas.openxmlformats.org/drawingml/2006/main" prst="triangle">
            <a:avLst>
              <a:gd name="adj" fmla="val 50000"/>
            </a:avLst>
          </a:prstGeom>
          <a:solidFill xmlns:a="http://schemas.openxmlformats.org/drawingml/2006/main">
            <a:srgbClr val="74B6D8"/>
          </a:solidFill>
          <a:ln xmlns:a="http://schemas.openxmlformats.org/drawingml/2006/main" w="0">
            <a:solidFill>
              <a:srgbClr val="74B6D8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2880" rIns="90000" bIns="288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33" name="">
            <a:extLst xmlns:a="http://schemas.openxmlformats.org/drawingml/2006/main">
              <a:ext uri="{FF2B5EF4-FFF2-40B4-BE49-F238E27FC236}">
                <a16:creationId xmlns:a16="http://schemas.microsoft.com/office/drawing/2014/main" id="{E1AC1899-ABFC-4E7A-8D7D-17E04BF2A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9040" y="3571920"/>
            <a:ext cx="1847520" cy="119988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0B4D94"/>
          </a:solidFill>
          <a:ln xmlns:a="http://schemas.openxmlformats.org/drawingml/2006/main" w="9525">
            <a:solidFill>
              <a:srgbClr val="4D82B6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endParaRPr sz="1800" b="0" u="none" strike="noStrik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34" name="">
            <a:extLst xmlns:a="http://schemas.openxmlformats.org/drawingml/2006/main">
              <a:ext uri="{FF2B5EF4-FFF2-40B4-BE49-F238E27FC236}">
                <a16:creationId xmlns:a16="http://schemas.microsoft.com/office/drawing/2014/main" id="{3B4A3CF5-D7A0-45B5-ABCF-14E359996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160" y="3724200"/>
            <a:ext cx="1618920" cy="228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280" b="1" u="none" strike="noStrike">
                <a:solidFill>
                  <a:srgbClr val="AFD7EA"/>
                </a:solidFill>
                <a:latin typeface="Arial"/>
                <a:ea typeface="Arial"/>
                <a:cs typeface="Arial"/>
              </a:rPr>
              <a:t>MATRIZ CIDE</a:t>
            </a:r>
            <a:endParaRPr sz="1280" b="0" u="none" strike="noStrik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35" name="">
            <a:extLst xmlns:a="http://schemas.openxmlformats.org/drawingml/2006/main">
              <a:ext uri="{FF2B5EF4-FFF2-40B4-BE49-F238E27FC236}">
                <a16:creationId xmlns:a16="http://schemas.microsoft.com/office/drawing/2014/main" id="{819D68CE-87B1-4A96-B5FA-5253C736B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240" y="4038480"/>
            <a:ext cx="1580760" cy="609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200" b="1" u="none" strike="noStrike">
                <a:solidFill>
                  <a:srgbClr val="FFFFFF"/>
                </a:solidFill>
                <a:latin typeface="Arial"/>
                <a:ea typeface="Arial"/>
                <a:cs typeface="Arial"/>
              </a:rPr>
              <a:t>18 × 18 +</a:t>
            </a:r>
            <a:endParaRPr sz="1200" b="0" u="none" strike="noStrike">
              <a:solidFill>
                <a:srgbClr val="FFFFFF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200" b="1" u="none" strike="noStrike">
                <a:solidFill>
                  <a:srgbClr val="FFFFFF"/>
                </a:solidFill>
                <a:latin typeface="Arial"/>
                <a:ea typeface="Arial"/>
                <a:cs typeface="Arial"/>
              </a:rPr>
              <a:t>observaciones</a:t>
            </a:r>
            <a:endParaRPr sz="1200" b="0" u="none" strike="noStrik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36" name="">
            <a:extLst xmlns:a="http://schemas.openxmlformats.org/drawingml/2006/main">
              <a:ext uri="{FF2B5EF4-FFF2-40B4-BE49-F238E27FC236}">
                <a16:creationId xmlns:a16="http://schemas.microsoft.com/office/drawing/2014/main" id="{ACFAA33E-9968-4FC0-B6E7-E4C33EEAA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2280" y="3571920"/>
            <a:ext cx="1847520" cy="119988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00A6A6"/>
          </a:solidFill>
          <a:ln xmlns:a="http://schemas.openxmlformats.org/drawingml/2006/main" w="9525">
            <a:solidFill>
              <a:srgbClr val="4D82B6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endParaRPr sz="1800" b="0" u="none" strike="noStrik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37" name="">
            <a:extLst xmlns:a="http://schemas.openxmlformats.org/drawingml/2006/main">
              <a:ext uri="{FF2B5EF4-FFF2-40B4-BE49-F238E27FC236}">
                <a16:creationId xmlns:a16="http://schemas.microsoft.com/office/drawing/2014/main" id="{237116A7-BA39-40B9-BF68-F89A576CE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96400" y="3724200"/>
            <a:ext cx="1618920" cy="228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280" b="1" u="none" strike="noStrike">
                <a:solidFill>
                  <a:srgbClr val="AFD7EA"/>
                </a:solidFill>
                <a:latin typeface="Arial"/>
                <a:ea typeface="Arial"/>
                <a:cs typeface="Arial"/>
              </a:rPr>
              <a:t>RESULTADO</a:t>
            </a:r>
            <a:endParaRPr sz="1280" b="0" u="none" strike="noStrik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38" name="">
            <a:extLst xmlns:a="http://schemas.openxmlformats.org/drawingml/2006/main">
              <a:ext uri="{FF2B5EF4-FFF2-40B4-BE49-F238E27FC236}">
                <a16:creationId xmlns:a16="http://schemas.microsoft.com/office/drawing/2014/main" id="{095BA10A-3892-4983-B971-C91A2D125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15480" y="4038480"/>
            <a:ext cx="1580760" cy="609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200" b="1" u="none" strike="noStrike">
                <a:solidFill>
                  <a:srgbClr val="FFFFFF"/>
                </a:solidFill>
                <a:latin typeface="Arial"/>
                <a:ea typeface="Arial"/>
                <a:cs typeface="Arial"/>
              </a:rPr>
              <a:t>resuelto · condicional</a:t>
            </a:r>
            <a:endParaRPr sz="1200" b="0" u="none" strike="noStrike">
              <a:solidFill>
                <a:srgbClr val="FFFFFF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200" b="1" u="none" strike="noStrike">
                <a:solidFill>
                  <a:srgbClr val="FFFFFF"/>
                </a:solidFill>
                <a:latin typeface="Arial"/>
                <a:ea typeface="Arial"/>
                <a:cs typeface="Arial"/>
              </a:rPr>
              <a:t>· indeterminado</a:t>
            </a:r>
            <a:endParaRPr sz="1200" b="0" u="none" strike="noStrik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39" name="">
            <a:extLst xmlns:a="http://schemas.openxmlformats.org/drawingml/2006/main">
              <a:ext uri="{FF2B5EF4-FFF2-40B4-BE49-F238E27FC236}">
                <a16:creationId xmlns:a16="http://schemas.microsoft.com/office/drawing/2014/main" id="{DB70E993-D1D1-4461-908F-63CF246C8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19600"/>
            <a:ext cx="10820160" cy="285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430" b="1" u="none" strike="noStrike">
                <a:solidFill>
                  <a:srgbClr val="D8EBF7"/>
                </a:solidFill>
                <a:latin typeface="Arial"/>
                <a:ea typeface="Arial"/>
                <a:cs typeface="Arial"/>
              </a:rPr>
              <a:t>Si una regla necesita un hecho ausente, devuelve insufficient_data: no fabrica la condición.</a:t>
            </a:r>
            <a:endParaRPr sz="1430" b="0" u="none" strike="noStrik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528341718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0" name="">
            <a:extLst xmlns:a="http://schemas.openxmlformats.org/drawingml/2006/main">
              <a:ext uri="{FF2B5EF4-FFF2-40B4-BE49-F238E27FC236}">
                <a16:creationId xmlns:a16="http://schemas.microsoft.com/office/drawing/2014/main" id="{30CE6086-2AE1-437B-B3EA-DC546FCDC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4000"/>
            <a:ext cx="4476240" cy="190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900" b="1" u="none" strike="noStrike">
                <a:solidFill>
                  <a:srgbClr val="007AB8"/>
                </a:solidFill>
                <a:latin typeface="Arial"/>
                <a:ea typeface="Arial"/>
                <a:cs typeface="Arial"/>
              </a:rPr>
              <a:t>OBSERVABILIDAD CON LANGFUSE</a:t>
            </a:r>
            <a:endParaRPr sz="9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41" name="">
            <a:extLst xmlns:a="http://schemas.openxmlformats.org/drawingml/2006/main">
              <a:ext uri="{FF2B5EF4-FFF2-40B4-BE49-F238E27FC236}">
                <a16:creationId xmlns:a16="http://schemas.microsoft.com/office/drawing/2014/main" id="{07A70CF3-3530-4F47-AE8B-96C7BB314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20"/>
            <a:ext cx="10820160" cy="36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9D9E7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-44640" rIns="90000" bIns="-4464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42" name="">
            <a:extLst xmlns:a="http://schemas.openxmlformats.org/drawingml/2006/main">
              <a:ext uri="{FF2B5EF4-FFF2-40B4-BE49-F238E27FC236}">
                <a16:creationId xmlns:a16="http://schemas.microsoft.com/office/drawing/2014/main" id="{2622BC34-1FE1-4D6E-9B2E-9ED0BBEB2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040" y="237960"/>
            <a:ext cx="1142640" cy="2664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343" name="">
            <a:extLst xmlns:a="http://schemas.openxmlformats.org/drawingml/2006/main">
              <a:ext uri="{FF2B5EF4-FFF2-40B4-BE49-F238E27FC236}">
                <a16:creationId xmlns:a16="http://schemas.microsoft.com/office/drawing/2014/main" id="{3DD5AE8D-3DBE-4261-9952-7032C62F695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15bf5cce3f84d37"/>
          <a:srcRect xmlns:a="http://schemas.openxmlformats.org/drawingml/2006/main" l="0" t="10054" r="0" b="10054"/>
          <a:stretch xmlns:a="http://schemas.openxmlformats.org/drawingml/2006/main"/>
        </p:blipFill>
        <p:spPr>
          <a:xfrm xmlns:a="http://schemas.openxmlformats.org/drawingml/2006/main">
            <a:off x="9696600" y="285840"/>
            <a:ext cx="875880" cy="18072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pic>
      <p:sp>
        <p:nvSpPr>
          <p:cNvPr id="344" name="">
            <a:extLst xmlns:a="http://schemas.openxmlformats.org/drawingml/2006/main">
              <a:ext uri="{FF2B5EF4-FFF2-40B4-BE49-F238E27FC236}">
                <a16:creationId xmlns:a16="http://schemas.microsoft.com/office/drawing/2014/main" id="{FC17558B-2287-4A52-9BBA-C056A76FA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120" y="324000"/>
            <a:ext cx="456840" cy="190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</a:pPr>
            <a:r>
              <a:rPr sz="900" b="1" u="none" strike="noStrike">
                <a:solidFill>
                  <a:srgbClr val="71859B"/>
                </a:solidFill>
                <a:latin typeface="Arial"/>
                <a:ea typeface="Arial"/>
                <a:cs typeface="Arial"/>
              </a:rPr>
              <a:t>15</a:t>
            </a:r>
            <a:endParaRPr sz="9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45" name="">
            <a:extLst xmlns:a="http://schemas.openxmlformats.org/drawingml/2006/main">
              <a:ext uri="{FF2B5EF4-FFF2-40B4-BE49-F238E27FC236}">
                <a16:creationId xmlns:a16="http://schemas.microsoft.com/office/drawing/2014/main" id="{5E633DA4-8AD1-40EA-BA38-5C911DE88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00080"/>
            <a:ext cx="10820160" cy="999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3000" b="1" u="none" strike="noStrike">
                <a:solidFill>
                  <a:srgbClr val="071E41"/>
                </a:solidFill>
                <a:latin typeface="Arial"/>
                <a:ea typeface="Arial"/>
                <a:cs typeface="Arial"/>
              </a:rPr>
              <a:t>Cada respuesta puede recorrerse desde la sesión hasta la llamada concreta al modelo.</a:t>
            </a:r>
            <a:endParaRPr sz="3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46" name="">
            <a:extLst xmlns:a="http://schemas.openxmlformats.org/drawingml/2006/main">
              <a:ext uri="{FF2B5EF4-FFF2-40B4-BE49-F238E27FC236}">
                <a16:creationId xmlns:a16="http://schemas.microsoft.com/office/drawing/2014/main" id="{E5285669-7D3F-4720-A729-D8C186A54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600"/>
            <a:ext cx="10820160" cy="552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500" b="0" u="none" strike="noStrike">
                <a:solidFill>
                  <a:srgbClr val="49627F"/>
                </a:solidFill>
                <a:latin typeface="Arial"/>
                <a:ea typeface="Arial"/>
                <a:cs typeface="Arial"/>
              </a:rPr>
              <a:t>Una traza local devolvió siete observaciones con modelo, uso y coste; el claim interrumpido conserva traza e hilo.</a:t>
            </a:r>
            <a:endParaRPr sz="15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47" name="">
            <a:extLst xmlns:a="http://schemas.openxmlformats.org/drawingml/2006/main">
              <a:ext uri="{FF2B5EF4-FFF2-40B4-BE49-F238E27FC236}">
                <a16:creationId xmlns:a16="http://schemas.microsoft.com/office/drawing/2014/main" id="{6F858C30-91B7-4CBD-963F-3315DCFA3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520" y="4095720"/>
            <a:ext cx="342720" cy="36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007AB8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-44640" rIns="90000" bIns="-4464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48" name="">
            <a:extLst xmlns:a="http://schemas.openxmlformats.org/drawingml/2006/main">
              <a:ext uri="{FF2B5EF4-FFF2-40B4-BE49-F238E27FC236}">
                <a16:creationId xmlns:a16="http://schemas.microsoft.com/office/drawing/2014/main" id="{85E61ECF-0F1B-49F1-B02E-17ABDDD1B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8440" y="4048200"/>
            <a:ext cx="95040" cy="95040"/>
          </a:xfrm>
          <a:prstGeom xmlns:a="http://schemas.openxmlformats.org/drawingml/2006/main" prst="triangle">
            <a:avLst>
              <a:gd name="adj" fmla="val 50000"/>
            </a:avLst>
          </a:prstGeom>
          <a:solidFill xmlns:a="http://schemas.openxmlformats.org/drawingml/2006/main">
            <a:srgbClr val="007AB8"/>
          </a:solidFill>
          <a:ln xmlns:a="http://schemas.openxmlformats.org/drawingml/2006/main" w="0">
            <a:solidFill>
              <a:srgbClr val="007AB8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2880" rIns="90000" bIns="288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endParaRPr sz="1800" b="0" u="none" strike="noStrik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49" name="">
            <a:extLst xmlns:a="http://schemas.openxmlformats.org/drawingml/2006/main">
              <a:ext uri="{FF2B5EF4-FFF2-40B4-BE49-F238E27FC236}">
                <a16:creationId xmlns:a16="http://schemas.microsoft.com/office/drawing/2014/main" id="{627843A1-6D56-489A-B340-0EEF956FD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760" y="3429000"/>
            <a:ext cx="475920" cy="323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2020" b="1" u="none" strike="noStrike">
                <a:solidFill>
                  <a:srgbClr val="007AB8"/>
                </a:solidFill>
                <a:latin typeface="Arial"/>
                <a:ea typeface="Arial"/>
                <a:cs typeface="Arial"/>
              </a:rPr>
              <a:t>1</a:t>
            </a:r>
            <a:endParaRPr sz="202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50" name="">
            <a:extLst xmlns:a="http://schemas.openxmlformats.org/drawingml/2006/main">
              <a:ext uri="{FF2B5EF4-FFF2-40B4-BE49-F238E27FC236}">
                <a16:creationId xmlns:a16="http://schemas.microsoft.com/office/drawing/2014/main" id="{5D523BE8-25FB-4037-8A1F-D296A21F4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760" y="3857760"/>
            <a:ext cx="1904760" cy="2091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130" b="1" u="none" strike="noStrike">
                <a:solidFill>
                  <a:srgbClr val="007AB8"/>
                </a:solidFill>
                <a:latin typeface="Arial"/>
                <a:ea typeface="Arial"/>
                <a:cs typeface="Arial"/>
              </a:rPr>
              <a:t>SESIÓN</a:t>
            </a:r>
            <a:endParaRPr sz="113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51" name="">
            <a:extLst xmlns:a="http://schemas.openxmlformats.org/drawingml/2006/main">
              <a:ext uri="{FF2B5EF4-FFF2-40B4-BE49-F238E27FC236}">
                <a16:creationId xmlns:a16="http://schemas.microsoft.com/office/drawing/2014/main" id="{8A6FAD93-1033-45EE-B964-C64D11AFE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760" y="4276800"/>
            <a:ext cx="1856880" cy="4759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280" b="1" u="none" strike="noStrike">
                <a:solidFill>
                  <a:srgbClr val="071E41"/>
                </a:solidFill>
                <a:latin typeface="Arial"/>
                <a:ea typeface="Arial"/>
                <a:cs typeface="Arial"/>
              </a:rPr>
              <a:t>session_id</a:t>
            </a:r>
            <a:endParaRPr sz="128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52" name="">
            <a:extLst xmlns:a="http://schemas.openxmlformats.org/drawingml/2006/main">
              <a:ext uri="{FF2B5EF4-FFF2-40B4-BE49-F238E27FC236}">
                <a16:creationId xmlns:a16="http://schemas.microsoft.com/office/drawing/2014/main" id="{260192C5-8F2F-4274-A088-972AF5AC1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120" y="4095720"/>
            <a:ext cx="343080" cy="36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007AB8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-44640" rIns="90000" bIns="-4464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53" name="">
            <a:extLst xmlns:a="http://schemas.openxmlformats.org/drawingml/2006/main">
              <a:ext uri="{FF2B5EF4-FFF2-40B4-BE49-F238E27FC236}">
                <a16:creationId xmlns:a16="http://schemas.microsoft.com/office/drawing/2014/main" id="{FEA057AC-C51A-4F33-AEFB-58AB2300E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040" y="4048200"/>
            <a:ext cx="95040" cy="95040"/>
          </a:xfrm>
          <a:prstGeom xmlns:a="http://schemas.openxmlformats.org/drawingml/2006/main" prst="triangle">
            <a:avLst>
              <a:gd name="adj" fmla="val 50000"/>
            </a:avLst>
          </a:prstGeom>
          <a:solidFill xmlns:a="http://schemas.openxmlformats.org/drawingml/2006/main">
            <a:srgbClr val="007AB8"/>
          </a:solidFill>
          <a:ln xmlns:a="http://schemas.openxmlformats.org/drawingml/2006/main" w="0">
            <a:solidFill>
              <a:srgbClr val="007AB8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2880" rIns="90000" bIns="288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endParaRPr sz="1800" b="0" u="none" strike="noStrik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54" name="">
            <a:extLst xmlns:a="http://schemas.openxmlformats.org/drawingml/2006/main">
              <a:ext uri="{FF2B5EF4-FFF2-40B4-BE49-F238E27FC236}">
                <a16:creationId xmlns:a16="http://schemas.microsoft.com/office/drawing/2014/main" id="{0A5A62E5-24A0-466F-AC5A-11C70374A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60" y="3429000"/>
            <a:ext cx="475920" cy="323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2020" b="1" u="none" strike="noStrike">
                <a:solidFill>
                  <a:srgbClr val="00A6A6"/>
                </a:solidFill>
                <a:latin typeface="Arial"/>
                <a:ea typeface="Arial"/>
                <a:cs typeface="Arial"/>
              </a:rPr>
              <a:t>2</a:t>
            </a:r>
            <a:endParaRPr sz="202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55" name="">
            <a:extLst xmlns:a="http://schemas.openxmlformats.org/drawingml/2006/main">
              <a:ext uri="{FF2B5EF4-FFF2-40B4-BE49-F238E27FC236}">
                <a16:creationId xmlns:a16="http://schemas.microsoft.com/office/drawing/2014/main" id="{023F9036-1D12-4977-B70F-4136C1BAE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60" y="3857760"/>
            <a:ext cx="1904760" cy="2091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130" b="1" u="none" strike="noStrike">
                <a:solidFill>
                  <a:srgbClr val="00A6A6"/>
                </a:solidFill>
                <a:latin typeface="Arial"/>
                <a:ea typeface="Arial"/>
                <a:cs typeface="Arial"/>
              </a:rPr>
              <a:t>WORKFLOW</a:t>
            </a:r>
            <a:endParaRPr sz="113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56" name="">
            <a:extLst xmlns:a="http://schemas.openxmlformats.org/drawingml/2006/main">
              <a:ext uri="{FF2B5EF4-FFF2-40B4-BE49-F238E27FC236}">
                <a16:creationId xmlns:a16="http://schemas.microsoft.com/office/drawing/2014/main" id="{262CDF26-7452-41D9-9A6F-AA957EA28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60" y="4276800"/>
            <a:ext cx="1856880" cy="4759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280" b="1" u="none" strike="noStrike">
                <a:solidFill>
                  <a:srgbClr val="071E41"/>
                </a:solidFill>
                <a:latin typeface="Arial"/>
                <a:ea typeface="Arial"/>
                <a:cs typeface="Arial"/>
              </a:rPr>
              <a:t>question · claim · router</a:t>
            </a:r>
            <a:endParaRPr sz="128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57" name="">
            <a:extLst xmlns:a="http://schemas.openxmlformats.org/drawingml/2006/main">
              <a:ext uri="{FF2B5EF4-FFF2-40B4-BE49-F238E27FC236}">
                <a16:creationId xmlns:a16="http://schemas.microsoft.com/office/drawing/2014/main" id="{F5E2CB0A-503D-4455-BF9F-361FEC3E6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8720" y="4095720"/>
            <a:ext cx="343080" cy="36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007AB8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-44640" rIns="90000" bIns="-4464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58" name="">
            <a:extLst xmlns:a="http://schemas.openxmlformats.org/drawingml/2006/main">
              <a:ext uri="{FF2B5EF4-FFF2-40B4-BE49-F238E27FC236}">
                <a16:creationId xmlns:a16="http://schemas.microsoft.com/office/drawing/2014/main" id="{D2BF9AE0-0A96-4660-B012-046BE48AE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3640" y="4048200"/>
            <a:ext cx="95040" cy="95040"/>
          </a:xfrm>
          <a:prstGeom xmlns:a="http://schemas.openxmlformats.org/drawingml/2006/main" prst="triangle">
            <a:avLst>
              <a:gd name="adj" fmla="val 50000"/>
            </a:avLst>
          </a:prstGeom>
          <a:solidFill xmlns:a="http://schemas.openxmlformats.org/drawingml/2006/main">
            <a:srgbClr val="007AB8"/>
          </a:solidFill>
          <a:ln xmlns:a="http://schemas.openxmlformats.org/drawingml/2006/main" w="0">
            <a:solidFill>
              <a:srgbClr val="007AB8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2880" rIns="90000" bIns="288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endParaRPr sz="1800" b="0" u="none" strike="noStrik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59" name="">
            <a:extLst xmlns:a="http://schemas.openxmlformats.org/drawingml/2006/main">
              <a:ext uri="{FF2B5EF4-FFF2-40B4-BE49-F238E27FC236}">
                <a16:creationId xmlns:a16="http://schemas.microsoft.com/office/drawing/2014/main" id="{9B779173-280E-4890-BDBA-F7D0F6D72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3960" y="3429000"/>
            <a:ext cx="475920" cy="323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2020" b="1" u="none" strike="noStrike">
                <a:solidFill>
                  <a:srgbClr val="003781"/>
                </a:solidFill>
                <a:latin typeface="Arial"/>
                <a:ea typeface="Arial"/>
                <a:cs typeface="Arial"/>
              </a:rPr>
              <a:t>3</a:t>
            </a:r>
            <a:endParaRPr sz="202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60" name="">
            <a:extLst xmlns:a="http://schemas.openxmlformats.org/drawingml/2006/main">
              <a:ext uri="{FF2B5EF4-FFF2-40B4-BE49-F238E27FC236}">
                <a16:creationId xmlns:a16="http://schemas.microsoft.com/office/drawing/2014/main" id="{36879317-CD2D-4B1B-8006-AA5F3565C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3960" y="3857760"/>
            <a:ext cx="1904760" cy="2091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130" b="1" u="none" strike="noStrike">
                <a:solidFill>
                  <a:srgbClr val="003781"/>
                </a:solidFill>
                <a:latin typeface="Arial"/>
                <a:ea typeface="Arial"/>
                <a:cs typeface="Arial"/>
              </a:rPr>
              <a:t>RETRIEVAL</a:t>
            </a:r>
            <a:endParaRPr sz="113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61" name="">
            <a:extLst xmlns:a="http://schemas.openxmlformats.org/drawingml/2006/main">
              <a:ext uri="{FF2B5EF4-FFF2-40B4-BE49-F238E27FC236}">
                <a16:creationId xmlns:a16="http://schemas.microsoft.com/office/drawing/2014/main" id="{6AC96C63-332D-4B59-904C-E80A335BD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3960" y="4276800"/>
            <a:ext cx="1856880" cy="4759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280" b="1" u="none" strike="noStrike">
                <a:solidFill>
                  <a:srgbClr val="071E41"/>
                </a:solidFill>
                <a:latin typeface="Arial"/>
                <a:ea typeface="Arial"/>
                <a:cs typeface="Arial"/>
              </a:rPr>
              <a:t>consulta y evidencias</a:t>
            </a:r>
            <a:endParaRPr sz="128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62" name="">
            <a:extLst xmlns:a="http://schemas.openxmlformats.org/drawingml/2006/main">
              <a:ext uri="{FF2B5EF4-FFF2-40B4-BE49-F238E27FC236}">
                <a16:creationId xmlns:a16="http://schemas.microsoft.com/office/drawing/2014/main" id="{2C87240D-4741-4A7D-8A43-9A50C8701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320" y="4095720"/>
            <a:ext cx="343080" cy="36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007AB8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-44640" rIns="90000" bIns="-4464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63" name="">
            <a:extLst xmlns:a="http://schemas.openxmlformats.org/drawingml/2006/main">
              <a:ext uri="{FF2B5EF4-FFF2-40B4-BE49-F238E27FC236}">
                <a16:creationId xmlns:a16="http://schemas.microsoft.com/office/drawing/2014/main" id="{5CFFCA91-701E-4357-9016-FFE085BDB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600" y="4048200"/>
            <a:ext cx="95040" cy="95040"/>
          </a:xfrm>
          <a:prstGeom xmlns:a="http://schemas.openxmlformats.org/drawingml/2006/main" prst="triangle">
            <a:avLst>
              <a:gd name="adj" fmla="val 50000"/>
            </a:avLst>
          </a:prstGeom>
          <a:solidFill xmlns:a="http://schemas.openxmlformats.org/drawingml/2006/main">
            <a:srgbClr val="007AB8"/>
          </a:solidFill>
          <a:ln xmlns:a="http://schemas.openxmlformats.org/drawingml/2006/main" w="0">
            <a:solidFill>
              <a:srgbClr val="007AB8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2880" rIns="90000" bIns="288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endParaRPr sz="1800" b="0" u="none" strike="noStrik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64" name="">
            <a:extLst xmlns:a="http://schemas.openxmlformats.org/drawingml/2006/main">
              <a:ext uri="{FF2B5EF4-FFF2-40B4-BE49-F238E27FC236}">
                <a16:creationId xmlns:a16="http://schemas.microsoft.com/office/drawing/2014/main" id="{38768BB3-232F-4CA8-92F9-9BAC5DD3F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560" y="3429000"/>
            <a:ext cx="475920" cy="323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2020" b="1" u="none" strike="noStrike">
                <a:solidFill>
                  <a:srgbClr val="007AB8"/>
                </a:solidFill>
                <a:latin typeface="Arial"/>
                <a:ea typeface="Arial"/>
                <a:cs typeface="Arial"/>
              </a:rPr>
              <a:t>4</a:t>
            </a:r>
            <a:endParaRPr sz="202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65" name="">
            <a:extLst xmlns:a="http://schemas.openxmlformats.org/drawingml/2006/main">
              <a:ext uri="{FF2B5EF4-FFF2-40B4-BE49-F238E27FC236}">
                <a16:creationId xmlns:a16="http://schemas.microsoft.com/office/drawing/2014/main" id="{70F296CB-7C78-4B3A-8CED-88718EA80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560" y="3857760"/>
            <a:ext cx="1904760" cy="2091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130" b="1" u="none" strike="noStrike">
                <a:solidFill>
                  <a:srgbClr val="007AB8"/>
                </a:solidFill>
                <a:latin typeface="Arial"/>
                <a:ea typeface="Arial"/>
                <a:cs typeface="Arial"/>
              </a:rPr>
              <a:t>GENERACIONES</a:t>
            </a:r>
            <a:endParaRPr sz="113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66" name="">
            <a:extLst xmlns:a="http://schemas.openxmlformats.org/drawingml/2006/main">
              <a:ext uri="{FF2B5EF4-FFF2-40B4-BE49-F238E27FC236}">
                <a16:creationId xmlns:a16="http://schemas.microsoft.com/office/drawing/2014/main" id="{F0FE0228-D896-4B07-A049-7FC5627B7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560" y="4276800"/>
            <a:ext cx="1856880" cy="4759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280" b="1" u="none" strike="noStrike">
                <a:solidFill>
                  <a:srgbClr val="071E41"/>
                </a:solidFill>
                <a:latin typeface="Arial"/>
                <a:ea typeface="Arial"/>
                <a:cs typeface="Arial"/>
              </a:rPr>
              <a:t>modelo · tokens · coste</a:t>
            </a:r>
            <a:endParaRPr sz="128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67" name="">
            <a:extLst xmlns:a="http://schemas.openxmlformats.org/drawingml/2006/main">
              <a:ext uri="{FF2B5EF4-FFF2-40B4-BE49-F238E27FC236}">
                <a16:creationId xmlns:a16="http://schemas.microsoft.com/office/drawing/2014/main" id="{710C8342-F413-41C4-A3CA-71BBBB8C4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160" y="3429000"/>
            <a:ext cx="475920" cy="323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2020" b="1" u="none" strike="noStrike">
                <a:solidFill>
                  <a:srgbClr val="00A6A6"/>
                </a:solidFill>
                <a:latin typeface="Arial"/>
                <a:ea typeface="Arial"/>
                <a:cs typeface="Arial"/>
              </a:rPr>
              <a:t>5</a:t>
            </a:r>
            <a:endParaRPr sz="202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68" name="">
            <a:extLst xmlns:a="http://schemas.openxmlformats.org/drawingml/2006/main">
              <a:ext uri="{FF2B5EF4-FFF2-40B4-BE49-F238E27FC236}">
                <a16:creationId xmlns:a16="http://schemas.microsoft.com/office/drawing/2014/main" id="{F673C177-0BDE-4777-AC9B-45536153D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160" y="3857760"/>
            <a:ext cx="1904760" cy="2091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130" b="1" u="none" strike="noStrike">
                <a:solidFill>
                  <a:srgbClr val="00A6A6"/>
                </a:solidFill>
                <a:latin typeface="Arial"/>
                <a:ea typeface="Arial"/>
                <a:cs typeface="Arial"/>
              </a:rPr>
              <a:t>RESULTADO</a:t>
            </a:r>
            <a:endParaRPr sz="113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69" name="">
            <a:extLst xmlns:a="http://schemas.openxmlformats.org/drawingml/2006/main">
              <a:ext uri="{FF2B5EF4-FFF2-40B4-BE49-F238E27FC236}">
                <a16:creationId xmlns:a16="http://schemas.microsoft.com/office/drawing/2014/main" id="{E59BA42E-836E-4F9B-9652-1033B2D62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160" y="4276800"/>
            <a:ext cx="1856880" cy="4759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280" b="1" u="none" strike="noStrike">
                <a:solidFill>
                  <a:srgbClr val="071E41"/>
                </a:solidFill>
                <a:latin typeface="Arial"/>
                <a:ea typeface="Arial"/>
                <a:cs typeface="Arial"/>
              </a:rPr>
              <a:t>latencia · estado · score</a:t>
            </a:r>
            <a:endParaRPr sz="128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70" name="">
            <a:extLst xmlns:a="http://schemas.openxmlformats.org/drawingml/2006/main">
              <a:ext uri="{FF2B5EF4-FFF2-40B4-BE49-F238E27FC236}">
                <a16:creationId xmlns:a16="http://schemas.microsoft.com/office/drawing/2014/main" id="{E1E25E76-778E-4AF2-A4C5-40728FEA2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62560"/>
            <a:ext cx="10820160" cy="6282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2F7FB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71" name="">
            <a:extLst xmlns:a="http://schemas.openxmlformats.org/drawingml/2006/main">
              <a:ext uri="{FF2B5EF4-FFF2-40B4-BE49-F238E27FC236}">
                <a16:creationId xmlns:a16="http://schemas.microsoft.com/office/drawing/2014/main" id="{6982F453-CCEE-4A9C-8EEA-6AF2F62AD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240" y="5543640"/>
            <a:ext cx="10438920" cy="256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350" b="1" u="none" strike="noStrike">
                <a:solidFill>
                  <a:srgbClr val="003781"/>
                </a:solidFill>
                <a:latin typeface="Arial"/>
                <a:ea typeface="Arial"/>
                <a:cs typeface="Arial"/>
              </a:rPr>
              <a:t>La API devolvió 7 observaciones; el enlace no se abrió manualmente en la interfaz.</a:t>
            </a:r>
            <a:endParaRPr sz="135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516500174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00378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2" name="">
            <a:extLst xmlns:a="http://schemas.openxmlformats.org/drawingml/2006/main">
              <a:ext uri="{FF2B5EF4-FFF2-40B4-BE49-F238E27FC236}">
                <a16:creationId xmlns:a16="http://schemas.microsoft.com/office/drawing/2014/main" id="{EF66900B-B902-48A1-A437-543DA763D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4000"/>
            <a:ext cx="4476240" cy="190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900" b="1" u="none" strike="noStrike">
                <a:solidFill>
                  <a:srgbClr val="A9D4EA"/>
                </a:solidFill>
                <a:latin typeface="Arial"/>
                <a:ea typeface="Arial"/>
                <a:cs typeface="Arial"/>
              </a:rPr>
              <a:t>EVALUACIÓN Y CIERRE</a:t>
            </a:r>
            <a:endParaRPr sz="900" b="0" u="none" strike="noStrik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73" name="">
            <a:extLst xmlns:a="http://schemas.openxmlformats.org/drawingml/2006/main">
              <a:ext uri="{FF2B5EF4-FFF2-40B4-BE49-F238E27FC236}">
                <a16:creationId xmlns:a16="http://schemas.microsoft.com/office/drawing/2014/main" id="{4E14D9FD-9105-483E-AA78-864CB6FE1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20"/>
            <a:ext cx="10820160" cy="36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3D699D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-44640" rIns="90000" bIns="-4464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endParaRPr sz="1800" b="0" u="none" strike="noStrik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74" name="">
            <a:extLst xmlns:a="http://schemas.openxmlformats.org/drawingml/2006/main">
              <a:ext uri="{FF2B5EF4-FFF2-40B4-BE49-F238E27FC236}">
                <a16:creationId xmlns:a16="http://schemas.microsoft.com/office/drawing/2014/main" id="{CA037D6F-5BAB-46E2-B401-33E13B0DC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040" y="237960"/>
            <a:ext cx="1142640" cy="2664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375" name="">
            <a:extLst xmlns:a="http://schemas.openxmlformats.org/drawingml/2006/main">
              <a:ext uri="{FF2B5EF4-FFF2-40B4-BE49-F238E27FC236}">
                <a16:creationId xmlns:a16="http://schemas.microsoft.com/office/drawing/2014/main" id="{7F885FE9-EA8F-4068-BA41-BC7E0EA28E9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02845c6d6f94d50"/>
          <a:srcRect xmlns:a="http://schemas.openxmlformats.org/drawingml/2006/main" l="0" t="10054" r="0" b="10054"/>
          <a:stretch xmlns:a="http://schemas.openxmlformats.org/drawingml/2006/main"/>
        </p:blipFill>
        <p:spPr>
          <a:xfrm xmlns:a="http://schemas.openxmlformats.org/drawingml/2006/main">
            <a:off x="9696600" y="285840"/>
            <a:ext cx="875880" cy="18072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pic>
      <p:sp>
        <p:nvSpPr>
          <p:cNvPr id="376" name="">
            <a:extLst xmlns:a="http://schemas.openxmlformats.org/drawingml/2006/main">
              <a:ext uri="{FF2B5EF4-FFF2-40B4-BE49-F238E27FC236}">
                <a16:creationId xmlns:a16="http://schemas.microsoft.com/office/drawing/2014/main" id="{6C183FB3-5B4E-4BF4-AD20-93F600905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120" y="324000"/>
            <a:ext cx="456840" cy="190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</a:pPr>
            <a:r>
              <a:rPr sz="900" b="1" u="none" strike="noStrike">
                <a:solidFill>
                  <a:srgbClr val="A9D4EA"/>
                </a:solidFill>
                <a:latin typeface="Arial"/>
                <a:ea typeface="Arial"/>
                <a:cs typeface="Arial"/>
              </a:rPr>
              <a:t>16</a:t>
            </a:r>
            <a:endParaRPr sz="900" b="0" u="none" strike="noStrik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77" name="">
            <a:extLst xmlns:a="http://schemas.openxmlformats.org/drawingml/2006/main">
              <a:ext uri="{FF2B5EF4-FFF2-40B4-BE49-F238E27FC236}">
                <a16:creationId xmlns:a16="http://schemas.microsoft.com/office/drawing/2014/main" id="{22D6B04D-1D57-45A7-81D4-F4D9AADDB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00080"/>
            <a:ext cx="10820160" cy="999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3000" b="1" u="none" strike="noStrike">
                <a:solidFill>
                  <a:srgbClr val="FFFFFF"/>
                </a:solidFill>
                <a:latin typeface="Arial"/>
                <a:ea typeface="Arial"/>
                <a:cs typeface="Arial"/>
              </a:rPr>
              <a:t>La evaluación demuestra capacidad y también límites concretos.</a:t>
            </a:r>
            <a:endParaRPr sz="3000" b="0" u="none" strike="noStrik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78" name="">
            <a:extLst xmlns:a="http://schemas.openxmlformats.org/drawingml/2006/main">
              <a:ext uri="{FF2B5EF4-FFF2-40B4-BE49-F238E27FC236}">
                <a16:creationId xmlns:a16="http://schemas.microsoft.com/office/drawing/2014/main" id="{8BF56534-A0E6-45C2-A7A9-79A522E2E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600"/>
            <a:ext cx="10820160" cy="552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500" b="0" u="none" strike="noStrike">
                <a:solidFill>
                  <a:srgbClr val="D7EAF7"/>
                </a:solidFill>
                <a:latin typeface="Arial"/>
                <a:ea typeface="Arial"/>
                <a:cs typeface="Arial"/>
              </a:rPr>
              <a:t>110 casos sintéticos · 330 ejecuciones técnicas · router y guard Jev · respuesta y extracción OpenAI Luna.</a:t>
            </a:r>
            <a:endParaRPr sz="1500" b="0" u="none" strike="noStrik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79" name="">
            <a:extLst xmlns:a="http://schemas.openxmlformats.org/drawingml/2006/main">
              <a:ext uri="{FF2B5EF4-FFF2-40B4-BE49-F238E27FC236}">
                <a16:creationId xmlns:a16="http://schemas.microsoft.com/office/drawing/2014/main" id="{C07ED179-18AF-4869-921B-BC42512B0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600"/>
            <a:ext cx="2095200" cy="514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3230" b="1" u="none" strike="noStrike">
                <a:solidFill>
                  <a:srgbClr val="53C4D5"/>
                </a:solidFill>
                <a:latin typeface="Arial"/>
                <a:ea typeface="Arial"/>
                <a:cs typeface="Arial"/>
              </a:rPr>
              <a:t>330/330</a:t>
            </a:r>
            <a:endParaRPr sz="3230" b="0" u="none" strike="noStrik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80" name="">
            <a:extLst xmlns:a="http://schemas.openxmlformats.org/drawingml/2006/main">
              <a:ext uri="{FF2B5EF4-FFF2-40B4-BE49-F238E27FC236}">
                <a16:creationId xmlns:a16="http://schemas.microsoft.com/office/drawing/2014/main" id="{3D9F60E2-FE0C-4A64-85D7-A8CA51105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57760"/>
            <a:ext cx="2095200" cy="418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200" b="0" u="none" strike="noStrike">
                <a:solidFill>
                  <a:srgbClr val="D8EBF7"/>
                </a:solidFill>
                <a:latin typeface="Arial"/>
                <a:ea typeface="Arial"/>
                <a:cs typeface="Arial"/>
              </a:rPr>
              <a:t>ejecuciones sin error técnico</a:t>
            </a:r>
            <a:endParaRPr sz="1200" b="0" u="none" strike="noStrik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81" name="">
            <a:extLst xmlns:a="http://schemas.openxmlformats.org/drawingml/2006/main">
              <a:ext uri="{FF2B5EF4-FFF2-40B4-BE49-F238E27FC236}">
                <a16:creationId xmlns:a16="http://schemas.microsoft.com/office/drawing/2014/main" id="{AC891DFB-8DE4-430C-85A0-6DDDEB616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160" y="3333600"/>
            <a:ext cx="2095200" cy="514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3230" b="1" u="none" strike="noStrike">
                <a:solidFill>
                  <a:srgbClr val="53C4D5"/>
                </a:solidFill>
                <a:latin typeface="Arial"/>
                <a:ea typeface="Arial"/>
                <a:cs typeface="Arial"/>
              </a:rPr>
              <a:t>97/110</a:t>
            </a:r>
            <a:endParaRPr sz="3230" b="0" u="none" strike="noStrik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82" name="">
            <a:extLst xmlns:a="http://schemas.openxmlformats.org/drawingml/2006/main">
              <a:ext uri="{FF2B5EF4-FFF2-40B4-BE49-F238E27FC236}">
                <a16:creationId xmlns:a16="http://schemas.microsoft.com/office/drawing/2014/main" id="{DCD7E4B5-4323-4E94-A201-E6E973CA7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160" y="3857760"/>
            <a:ext cx="2095200" cy="418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200" b="0" u="none" strike="noStrike">
                <a:solidFill>
                  <a:srgbClr val="D8EBF7"/>
                </a:solidFill>
                <a:latin typeface="Arial"/>
                <a:ea typeface="Arial"/>
                <a:cs typeface="Arial"/>
              </a:rPr>
              <a:t>Jev/OpenAI · 88,2 %</a:t>
            </a:r>
            <a:endParaRPr sz="1200" b="0" u="none" strike="noStrik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83" name="">
            <a:extLst xmlns:a="http://schemas.openxmlformats.org/drawingml/2006/main">
              <a:ext uri="{FF2B5EF4-FFF2-40B4-BE49-F238E27FC236}">
                <a16:creationId xmlns:a16="http://schemas.microsoft.com/office/drawing/2014/main" id="{4C429660-5F5C-4CFD-A6E1-9C7A566E6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600" y="3333600"/>
            <a:ext cx="2095200" cy="514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3230" b="1" u="none" strike="noStrike">
                <a:solidFill>
                  <a:srgbClr val="53C4D5"/>
                </a:solidFill>
                <a:latin typeface="Arial"/>
                <a:ea typeface="Arial"/>
                <a:cs typeface="Arial"/>
              </a:rPr>
              <a:t>101/110</a:t>
            </a:r>
            <a:endParaRPr sz="3230" b="0" u="none" strike="noStrik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84" name="">
            <a:extLst xmlns:a="http://schemas.openxmlformats.org/drawingml/2006/main">
              <a:ext uri="{FF2B5EF4-FFF2-40B4-BE49-F238E27FC236}">
                <a16:creationId xmlns:a16="http://schemas.microsoft.com/office/drawing/2014/main" id="{26B30559-3823-42B2-B8DA-6D3A5B10C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600" y="3857760"/>
            <a:ext cx="2095200" cy="418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200" b="0" u="none" strike="noStrike">
                <a:solidFill>
                  <a:srgbClr val="D8EBF7"/>
                </a:solidFill>
                <a:latin typeface="Arial"/>
                <a:ea typeface="Arial"/>
                <a:cs typeface="Arial"/>
              </a:rPr>
              <a:t>análisis claim pidió aclaración</a:t>
            </a:r>
            <a:endParaRPr sz="1200" b="0" u="none" strike="noStrik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85" name="">
            <a:extLst xmlns:a="http://schemas.openxmlformats.org/drawingml/2006/main">
              <a:ext uri="{FF2B5EF4-FFF2-40B4-BE49-F238E27FC236}">
                <a16:creationId xmlns:a16="http://schemas.microsoft.com/office/drawing/2014/main" id="{5A836F6F-75B3-4FDD-B4C8-288C0DDD8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441" y="3095625"/>
            <a:ext cx="3409569" cy="1857375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0B4D94"/>
          </a:solidFill>
          <a:ln xmlns:a="http://schemas.openxmlformats.org/drawingml/2006/main" w="9525">
            <a:solidFill>
              <a:srgbClr val="4E83B7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endParaRPr sz="1800" b="0" u="none" strike="noStrik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86" name="">
            <a:extLst xmlns:a="http://schemas.openxmlformats.org/drawingml/2006/main">
              <a:ext uri="{FF2B5EF4-FFF2-40B4-BE49-F238E27FC236}">
                <a16:creationId xmlns:a16="http://schemas.microsoft.com/office/drawing/2014/main" id="{52FD24BB-6698-4AA6-B539-6785A3E79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1880" y="3457440"/>
            <a:ext cx="2285640" cy="2091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130" b="1" u="none" strike="noStrike">
                <a:solidFill>
                  <a:srgbClr val="A9D4EA"/>
                </a:solidFill>
                <a:latin typeface="Arial"/>
                <a:ea typeface="Arial"/>
                <a:cs typeface="Arial"/>
              </a:rPr>
              <a:t>CALIDAD · CITA · RED-TEAM</a:t>
            </a:r>
            <a:endParaRPr sz="1130" b="0" u="none" strike="noStrik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87" name="">
            <a:extLst xmlns:a="http://schemas.openxmlformats.org/drawingml/2006/main">
              <a:ext uri="{FF2B5EF4-FFF2-40B4-BE49-F238E27FC236}">
                <a16:creationId xmlns:a16="http://schemas.microsoft.com/office/drawing/2014/main" id="{5FE847B4-9FAF-4533-907B-78F7CAEE0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781425"/>
            <a:ext cx="2952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>
            <a:defPPr>
              <a:defRPr sz="1163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1163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1163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1163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1163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1163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1163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1163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1163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1163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lnSpc>
                <a:spcPct val="100000"/>
              </a:lnSpc>
              <a:buNone/>
              <a:defRPr sz="1163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63" b="0" u="none" strike="noStrike">
                <a:solidFill>
                  <a:srgbClr val="FFFFFF"/>
                </a:solidFill>
                <a:latin typeface="Arial"/>
                <a:ea typeface="Arial"/>
                <a:cs typeface="Arial"/>
              </a:rPr>
              <a:t>Consulta: citas 0,408 · evidencia 0,495.</a:t>
            </a:r>
            <a:endParaRPr sz="1350" b="0" u="none" strike="noStrike">
              <a:solidFill>
                <a:srgbClr val="FFFFFF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00000"/>
              </a:lnSpc>
              <a:buNone/>
              <a:defRPr sz="1163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63" b="0" u="none" strike="noStrike">
                <a:solidFill>
                  <a:srgbClr val="FFFFFF"/>
                </a:solidFill>
                <a:latin typeface="Arial"/>
                <a:ea typeface="Arial"/>
                <a:cs typeface="Arial"/>
              </a:rPr>
              <a:t>Claim: decisión 0,625 (n=8). Citas 0,036.</a:t>
            </a:r>
            <a:endParaRPr sz="1350" b="0" u="none" strike="noStrike">
              <a:solidFill>
                <a:srgbClr val="FFFFFF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00000"/>
              </a:lnSpc>
              <a:buNone/>
              <a:defRPr sz="1163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63" b="0" u="none" strike="noStrike">
                <a:solidFill>
                  <a:srgbClr val="FFFFFF"/>
                </a:solidFill>
                <a:latin typeface="Arial"/>
                <a:ea typeface="Arial"/>
                <a:cs typeface="Arial"/>
              </a:rPr>
              <a:t>Red-team (3 variantes): 0/27 ataques.</a:t>
            </a:r>
            <a:endParaRPr sz="1350" b="0" u="none" strike="noStrike">
              <a:solidFill>
                <a:srgbClr val="FFFFFF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00000"/>
              </a:lnSpc>
              <a:buNone/>
              <a:defRPr sz="1163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63" b="0" u="none" strike="noStrike">
                <a:solidFill>
                  <a:srgbClr val="FFFFFF"/>
                </a:solidFill>
                <a:latin typeface="Arial"/>
                <a:ea typeface="Arial"/>
                <a:cs typeface="Arial"/>
              </a:rPr>
              <a:t>Controles benignos: 0/3 rechazados.</a:t>
            </a:r>
            <a:endParaRPr sz="1350" b="0" u="none" strike="noStrik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88" name="">
            <a:extLst xmlns:a="http://schemas.openxmlformats.org/drawingml/2006/main">
              <a:ext uri="{FF2B5EF4-FFF2-40B4-BE49-F238E27FC236}">
                <a16:creationId xmlns:a16="http://schemas.microsoft.com/office/drawing/2014/main" id="{21A89D33-6493-44BE-8575-176A67A52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91000"/>
            <a:ext cx="10820160" cy="36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3F6E9F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-44640" rIns="90000" bIns="-4464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endParaRPr sz="1800" b="0" u="none" strike="noStrik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89" name="">
            <a:extLst xmlns:a="http://schemas.openxmlformats.org/drawingml/2006/main">
              <a:ext uri="{FF2B5EF4-FFF2-40B4-BE49-F238E27FC236}">
                <a16:creationId xmlns:a16="http://schemas.microsoft.com/office/drawing/2014/main" id="{503917D1-A4F0-4E79-9E3F-DE6CB6B8F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38800"/>
            <a:ext cx="10820114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 u="none" strike="noStrike">
                <a:solidFill>
                  <a:srgbClr val="FFFFFF"/>
                </a:solidFill>
                <a:latin typeface="Arial"/>
                <a:ea typeface="Arial"/>
                <a:cs typeface="Arial"/>
              </a:rPr>
              <a:t>El modo claim no está validado para decisiones operativas: faltan citas y el denominador puntuado es pequeño.</a:t>
            </a:r>
            <a:endParaRPr sz="1650" b="0" u="none" strike="noStrik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703063547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00378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2" name="">
            <a:extLst xmlns:a="http://schemas.openxmlformats.org/drawingml/2006/main">
              <a:ext uri="{FF2B5EF4-FFF2-40B4-BE49-F238E27FC236}">
                <a16:creationId xmlns:a16="http://schemas.microsoft.com/office/drawing/2014/main" id="{EF66900B-B902-48A1-A437-543DA763D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4041"/>
            <a:ext cx="4476274" cy="1901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>
            <a:defPPr>
              <a:defRPr sz="900" b="1">
                <a:solidFill>
                  <a:srgbClr val="A9D4EA"/>
                </a:solidFill>
                <a:latin typeface="Arial"/>
                <a:ea typeface="Arial"/>
                <a:cs typeface="Arial"/>
              </a:defRPr>
            </a:defPPr>
            <a:lvl1pPr>
              <a:defRPr sz="900" b="1">
                <a:solidFill>
                  <a:srgbClr val="A9D4EA"/>
                </a:solidFill>
                <a:latin typeface="Arial"/>
                <a:ea typeface="Arial"/>
                <a:cs typeface="Arial"/>
              </a:defRPr>
            </a:lvl1pPr>
            <a:lvl2pPr>
              <a:defRPr sz="900" b="1">
                <a:solidFill>
                  <a:srgbClr val="A9D4EA"/>
                </a:solidFill>
                <a:latin typeface="Arial"/>
                <a:ea typeface="Arial"/>
                <a:cs typeface="Arial"/>
              </a:defRPr>
            </a:lvl2pPr>
            <a:lvl3pPr>
              <a:defRPr sz="900" b="1">
                <a:solidFill>
                  <a:srgbClr val="A9D4EA"/>
                </a:solidFill>
                <a:latin typeface="Arial"/>
                <a:ea typeface="Arial"/>
                <a:cs typeface="Arial"/>
              </a:defRPr>
            </a:lvl3pPr>
            <a:lvl4pPr>
              <a:defRPr sz="900" b="1">
                <a:solidFill>
                  <a:srgbClr val="A9D4EA"/>
                </a:solidFill>
                <a:latin typeface="Arial"/>
                <a:ea typeface="Arial"/>
                <a:cs typeface="Arial"/>
              </a:defRPr>
            </a:lvl4pPr>
            <a:lvl5pPr>
              <a:defRPr sz="900" b="1">
                <a:solidFill>
                  <a:srgbClr val="A9D4EA"/>
                </a:solidFill>
                <a:latin typeface="Arial"/>
                <a:ea typeface="Arial"/>
                <a:cs typeface="Arial"/>
              </a:defRPr>
            </a:lvl5pPr>
            <a:lvl6pPr>
              <a:defRPr sz="900" b="1">
                <a:solidFill>
                  <a:srgbClr val="A9D4EA"/>
                </a:solidFill>
                <a:latin typeface="Arial"/>
                <a:ea typeface="Arial"/>
                <a:cs typeface="Arial"/>
              </a:defRPr>
            </a:lvl6pPr>
            <a:lvl7pPr>
              <a:defRPr sz="900" b="1">
                <a:solidFill>
                  <a:srgbClr val="A9D4EA"/>
                </a:solidFill>
                <a:latin typeface="Arial"/>
                <a:ea typeface="Arial"/>
                <a:cs typeface="Arial"/>
              </a:defRPr>
            </a:lvl7pPr>
            <a:lvl8pPr>
              <a:defRPr sz="900" b="1">
                <a:solidFill>
                  <a:srgbClr val="A9D4EA"/>
                </a:solidFill>
                <a:latin typeface="Arial"/>
                <a:ea typeface="Arial"/>
                <a:cs typeface="Arial"/>
              </a:defRPr>
            </a:lvl8pPr>
            <a:lvl9pPr>
              <a:defRPr sz="900" b="1">
                <a:solidFill>
                  <a:srgbClr val="A9D4E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lnSpc>
                <a:spcPct val="100000"/>
              </a:lnSpc>
              <a:buNone/>
              <a:defRPr sz="900" b="1">
                <a:solidFill>
                  <a:srgbClr val="A9D4EA"/>
                </a:solidFill>
                <a:latin typeface="Arial"/>
                <a:ea typeface="Arial"/>
                <a:cs typeface="Arial"/>
              </a:defRPr>
            </a:pPr>
            <a:r>
              <a:rPr sz="900" b="1" u="none" strike="noStrike">
                <a:solidFill>
                  <a:srgbClr val="A9D4EA"/>
                </a:solidFill>
                <a:latin typeface="Arial"/>
                <a:ea typeface="Arial"/>
                <a:cs typeface="Arial"/>
              </a:rPr>
              <a:t>PLAN PROPUESTO</a:t>
            </a:r>
            <a:endParaRPr sz="900" b="0" u="none" strike="noStrik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73" name="">
            <a:extLst xmlns:a="http://schemas.openxmlformats.org/drawingml/2006/main">
              <a:ext uri="{FF2B5EF4-FFF2-40B4-BE49-F238E27FC236}">
                <a16:creationId xmlns:a16="http://schemas.microsoft.com/office/drawing/2014/main" id="{4E14D9FD-9105-483E-AA78-864CB6FE1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20"/>
            <a:ext cx="10820160" cy="36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3D699D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-44640" rIns="90000" bIns="-4464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endParaRPr sz="1800" b="0" u="none" strike="noStrik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74" name="">
            <a:extLst xmlns:a="http://schemas.openxmlformats.org/drawingml/2006/main">
              <a:ext uri="{FF2B5EF4-FFF2-40B4-BE49-F238E27FC236}">
                <a16:creationId xmlns:a16="http://schemas.microsoft.com/office/drawing/2014/main" id="{CA037D6F-5BAB-46E2-B401-33E13B0DC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040" y="237960"/>
            <a:ext cx="1142640" cy="2664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375" name="">
            <a:extLst xmlns:a="http://schemas.openxmlformats.org/drawingml/2006/main">
              <a:ext uri="{FF2B5EF4-FFF2-40B4-BE49-F238E27FC236}">
                <a16:creationId xmlns:a16="http://schemas.microsoft.com/office/drawing/2014/main" id="{7F885FE9-EA8F-4068-BA41-BC7E0EA28E9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c48f4f863964e0a"/>
          <a:srcRect xmlns:a="http://schemas.openxmlformats.org/drawingml/2006/main" l="0" t="10054" r="0" b="10054"/>
          <a:stretch xmlns:a="http://schemas.openxmlformats.org/drawingml/2006/main"/>
        </p:blipFill>
        <p:spPr>
          <a:xfrm xmlns:a="http://schemas.openxmlformats.org/drawingml/2006/main">
            <a:off x="9696600" y="285840"/>
            <a:ext cx="875880" cy="18072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pic>
      <p:sp>
        <p:nvSpPr>
          <p:cNvPr id="376" name="">
            <a:extLst xmlns:a="http://schemas.openxmlformats.org/drawingml/2006/main">
              <a:ext uri="{FF2B5EF4-FFF2-40B4-BE49-F238E27FC236}">
                <a16:creationId xmlns:a16="http://schemas.microsoft.com/office/drawing/2014/main" id="{6C183FB3-5B4E-4BF4-AD20-93F600905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95" y="324041"/>
            <a:ext cx="456819" cy="1901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>
            <a:defPPr algn="r">
              <a:defRPr sz="900" b="1">
                <a:solidFill>
                  <a:srgbClr val="A9D4EA"/>
                </a:solidFill>
                <a:latin typeface="Arial"/>
                <a:ea typeface="Arial"/>
                <a:cs typeface="Arial"/>
              </a:defRPr>
            </a:defPPr>
            <a:lvl1pPr algn="r">
              <a:defRPr sz="900" b="1">
                <a:solidFill>
                  <a:srgbClr val="A9D4EA"/>
                </a:solidFill>
                <a:latin typeface="Arial"/>
                <a:ea typeface="Arial"/>
                <a:cs typeface="Arial"/>
              </a:defRPr>
            </a:lvl1pPr>
            <a:lvl2pPr algn="r">
              <a:defRPr sz="900" b="1">
                <a:solidFill>
                  <a:srgbClr val="A9D4EA"/>
                </a:solidFill>
                <a:latin typeface="Arial"/>
                <a:ea typeface="Arial"/>
                <a:cs typeface="Arial"/>
              </a:defRPr>
            </a:lvl2pPr>
            <a:lvl3pPr algn="r">
              <a:defRPr sz="900" b="1">
                <a:solidFill>
                  <a:srgbClr val="A9D4EA"/>
                </a:solidFill>
                <a:latin typeface="Arial"/>
                <a:ea typeface="Arial"/>
                <a:cs typeface="Arial"/>
              </a:defRPr>
            </a:lvl3pPr>
            <a:lvl4pPr algn="r">
              <a:defRPr sz="900" b="1">
                <a:solidFill>
                  <a:srgbClr val="A9D4EA"/>
                </a:solidFill>
                <a:latin typeface="Arial"/>
                <a:ea typeface="Arial"/>
                <a:cs typeface="Arial"/>
              </a:defRPr>
            </a:lvl4pPr>
            <a:lvl5pPr algn="r">
              <a:defRPr sz="900" b="1">
                <a:solidFill>
                  <a:srgbClr val="A9D4EA"/>
                </a:solidFill>
                <a:latin typeface="Arial"/>
                <a:ea typeface="Arial"/>
                <a:cs typeface="Arial"/>
              </a:defRPr>
            </a:lvl5pPr>
            <a:lvl6pPr algn="r">
              <a:defRPr sz="900" b="1">
                <a:solidFill>
                  <a:srgbClr val="A9D4EA"/>
                </a:solidFill>
                <a:latin typeface="Arial"/>
                <a:ea typeface="Arial"/>
                <a:cs typeface="Arial"/>
              </a:defRPr>
            </a:lvl6pPr>
            <a:lvl7pPr algn="r">
              <a:defRPr sz="900" b="1">
                <a:solidFill>
                  <a:srgbClr val="A9D4EA"/>
                </a:solidFill>
                <a:latin typeface="Arial"/>
                <a:ea typeface="Arial"/>
                <a:cs typeface="Arial"/>
              </a:defRPr>
            </a:lvl7pPr>
            <a:lvl8pPr algn="r">
              <a:defRPr sz="900" b="1">
                <a:solidFill>
                  <a:srgbClr val="A9D4EA"/>
                </a:solidFill>
                <a:latin typeface="Arial"/>
                <a:ea typeface="Arial"/>
                <a:cs typeface="Arial"/>
              </a:defRPr>
            </a:lvl8pPr>
            <a:lvl9pPr algn="r">
              <a:defRPr sz="900" b="1">
                <a:solidFill>
                  <a:srgbClr val="A9D4E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lnSpc>
                <a:spcPct val="100000"/>
              </a:lnSpc>
              <a:buNone/>
              <a:defRPr sz="900" b="1">
                <a:solidFill>
                  <a:srgbClr val="A9D4EA"/>
                </a:solidFill>
                <a:latin typeface="Arial"/>
                <a:ea typeface="Arial"/>
                <a:cs typeface="Arial"/>
              </a:defRPr>
            </a:pPr>
            <a:r>
              <a:rPr sz="900" b="1" u="none" strike="noStrike">
                <a:solidFill>
                  <a:srgbClr val="A9D4EA"/>
                </a:solidFill>
                <a:latin typeface="Arial"/>
                <a:ea typeface="Arial"/>
                <a:cs typeface="Arial"/>
              </a:rPr>
              <a:t>17</a:t>
            </a:r>
            <a:endParaRPr sz="900" b="0" u="none" strike="noStrik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77" name="">
            <a:extLst xmlns:a="http://schemas.openxmlformats.org/drawingml/2006/main">
              <a:ext uri="{FF2B5EF4-FFF2-40B4-BE49-F238E27FC236}">
                <a16:creationId xmlns:a16="http://schemas.microsoft.com/office/drawing/2014/main" id="{22D6B04D-1D57-45A7-81D4-F4D9AADDB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00125"/>
            <a:ext cx="10820114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>
            <a:defPPr>
              <a:defRPr sz="3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3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3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3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3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3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3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3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3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3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lnSpc>
                <a:spcPct val="100000"/>
              </a:lnSpc>
              <a:buNone/>
              <a:defRPr sz="3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000" b="1" u="none" strike="noStrike">
                <a:solidFill>
                  <a:srgbClr val="FFFFFF"/>
                </a:solidFill>
                <a:latin typeface="Arial"/>
                <a:ea typeface="Arial"/>
                <a:cs typeface="Arial"/>
              </a:rPr>
              <a:t>Cinco días: del manual a una demo evaluada</a:t>
            </a:r>
            <a:endParaRPr sz="3000" b="0" u="none" strike="noStrik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78" name="">
            <a:extLst xmlns:a="http://schemas.openxmlformats.org/drawingml/2006/main">
              <a:ext uri="{FF2B5EF4-FFF2-40B4-BE49-F238E27FC236}">
                <a16:creationId xmlns:a16="http://schemas.microsoft.com/office/drawing/2014/main" id="{8BF56534-A0E6-45C2-A7A9-79A522E2E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114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>
            <a:defPPr>
              <a:defRPr sz="1500">
                <a:solidFill>
                  <a:srgbClr val="D7EAF7"/>
                </a:solidFill>
                <a:latin typeface="Arial"/>
                <a:ea typeface="Arial"/>
                <a:cs typeface="Arial"/>
              </a:defRPr>
            </a:defPPr>
            <a:lvl1pPr>
              <a:defRPr sz="1500">
                <a:solidFill>
                  <a:srgbClr val="D7EAF7"/>
                </a:solidFill>
                <a:latin typeface="Arial"/>
                <a:ea typeface="Arial"/>
                <a:cs typeface="Arial"/>
              </a:defRPr>
            </a:lvl1pPr>
            <a:lvl2pPr>
              <a:defRPr sz="1500">
                <a:solidFill>
                  <a:srgbClr val="D7EAF7"/>
                </a:solidFill>
                <a:latin typeface="Arial"/>
                <a:ea typeface="Arial"/>
                <a:cs typeface="Arial"/>
              </a:defRPr>
            </a:lvl2pPr>
            <a:lvl3pPr>
              <a:defRPr sz="1500">
                <a:solidFill>
                  <a:srgbClr val="D7EAF7"/>
                </a:solidFill>
                <a:latin typeface="Arial"/>
                <a:ea typeface="Arial"/>
                <a:cs typeface="Arial"/>
              </a:defRPr>
            </a:lvl3pPr>
            <a:lvl4pPr>
              <a:defRPr sz="1500">
                <a:solidFill>
                  <a:srgbClr val="D7EAF7"/>
                </a:solidFill>
                <a:latin typeface="Arial"/>
                <a:ea typeface="Arial"/>
                <a:cs typeface="Arial"/>
              </a:defRPr>
            </a:lvl4pPr>
            <a:lvl5pPr>
              <a:defRPr sz="1500">
                <a:solidFill>
                  <a:srgbClr val="D7EAF7"/>
                </a:solidFill>
                <a:latin typeface="Arial"/>
                <a:ea typeface="Arial"/>
                <a:cs typeface="Arial"/>
              </a:defRPr>
            </a:lvl5pPr>
            <a:lvl6pPr>
              <a:defRPr sz="1500">
                <a:solidFill>
                  <a:srgbClr val="D7EAF7"/>
                </a:solidFill>
                <a:latin typeface="Arial"/>
                <a:ea typeface="Arial"/>
                <a:cs typeface="Arial"/>
              </a:defRPr>
            </a:lvl6pPr>
            <a:lvl7pPr>
              <a:defRPr sz="1500">
                <a:solidFill>
                  <a:srgbClr val="D7EAF7"/>
                </a:solidFill>
                <a:latin typeface="Arial"/>
                <a:ea typeface="Arial"/>
                <a:cs typeface="Arial"/>
              </a:defRPr>
            </a:lvl7pPr>
            <a:lvl8pPr>
              <a:defRPr sz="1500">
                <a:solidFill>
                  <a:srgbClr val="D7EAF7"/>
                </a:solidFill>
                <a:latin typeface="Arial"/>
                <a:ea typeface="Arial"/>
                <a:cs typeface="Arial"/>
              </a:defRPr>
            </a:lvl8pPr>
            <a:lvl9pPr>
              <a:defRPr sz="1500">
                <a:solidFill>
                  <a:srgbClr val="D7EAF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lnSpc>
                <a:spcPct val="100000"/>
              </a:lnSpc>
              <a:buNone/>
              <a:defRPr sz="1500">
                <a:solidFill>
                  <a:srgbClr val="D7EAF7"/>
                </a:solidFill>
                <a:latin typeface="Arial"/>
                <a:ea typeface="Arial"/>
                <a:cs typeface="Arial"/>
              </a:defRPr>
            </a:pPr>
            <a:r>
              <a:rPr sz="1500" b="0" u="none" strike="noStrike">
                <a:solidFill>
                  <a:srgbClr val="D7EAF7"/>
                </a:solidFill>
                <a:latin typeface="Arial"/>
                <a:ea typeface="Arial"/>
                <a:cs typeface="Arial"/>
              </a:rPr>
              <a:t>Plan propuesto conforme al enunciado; no reconstruye el calendario real del proyecto.</a:t>
            </a:r>
            <a:endParaRPr sz="1500" b="0" u="none" strike="noStrik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79" name="">
            <a:extLst xmlns:a="http://schemas.openxmlformats.org/drawingml/2006/main">
              <a:ext uri="{FF2B5EF4-FFF2-40B4-BE49-F238E27FC236}">
                <a16:creationId xmlns:a16="http://schemas.microsoft.com/office/drawing/2014/main" id="{C07ED179-18AF-4869-921B-BC42512B0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52700"/>
            <a:ext cx="781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>
            <a:defPPr>
              <a:defRPr sz="1425" b="1">
                <a:solidFill>
                  <a:srgbClr val="53C4D5"/>
                </a:solidFill>
                <a:latin typeface="Arial"/>
                <a:ea typeface="Arial"/>
                <a:cs typeface="Arial"/>
              </a:defRPr>
            </a:defPPr>
            <a:lvl1pPr>
              <a:defRPr sz="1425" b="1">
                <a:solidFill>
                  <a:srgbClr val="53C4D5"/>
                </a:solidFill>
                <a:latin typeface="Arial"/>
                <a:ea typeface="Arial"/>
                <a:cs typeface="Arial"/>
              </a:defRPr>
            </a:lvl1pPr>
            <a:lvl2pPr>
              <a:defRPr sz="1425" b="1">
                <a:solidFill>
                  <a:srgbClr val="53C4D5"/>
                </a:solidFill>
                <a:latin typeface="Arial"/>
                <a:ea typeface="Arial"/>
                <a:cs typeface="Arial"/>
              </a:defRPr>
            </a:lvl2pPr>
            <a:lvl3pPr>
              <a:defRPr sz="1425" b="1">
                <a:solidFill>
                  <a:srgbClr val="53C4D5"/>
                </a:solidFill>
                <a:latin typeface="Arial"/>
                <a:ea typeface="Arial"/>
                <a:cs typeface="Arial"/>
              </a:defRPr>
            </a:lvl3pPr>
            <a:lvl4pPr>
              <a:defRPr sz="1425" b="1">
                <a:solidFill>
                  <a:srgbClr val="53C4D5"/>
                </a:solidFill>
                <a:latin typeface="Arial"/>
                <a:ea typeface="Arial"/>
                <a:cs typeface="Arial"/>
              </a:defRPr>
            </a:lvl4pPr>
            <a:lvl5pPr>
              <a:defRPr sz="1425" b="1">
                <a:solidFill>
                  <a:srgbClr val="53C4D5"/>
                </a:solidFill>
                <a:latin typeface="Arial"/>
                <a:ea typeface="Arial"/>
                <a:cs typeface="Arial"/>
              </a:defRPr>
            </a:lvl5pPr>
            <a:lvl6pPr>
              <a:defRPr sz="1425" b="1">
                <a:solidFill>
                  <a:srgbClr val="53C4D5"/>
                </a:solidFill>
                <a:latin typeface="Arial"/>
                <a:ea typeface="Arial"/>
                <a:cs typeface="Arial"/>
              </a:defRPr>
            </a:lvl6pPr>
            <a:lvl7pPr>
              <a:defRPr sz="1425" b="1">
                <a:solidFill>
                  <a:srgbClr val="53C4D5"/>
                </a:solidFill>
                <a:latin typeface="Arial"/>
                <a:ea typeface="Arial"/>
                <a:cs typeface="Arial"/>
              </a:defRPr>
            </a:lvl7pPr>
            <a:lvl8pPr>
              <a:defRPr sz="1425" b="1">
                <a:solidFill>
                  <a:srgbClr val="53C4D5"/>
                </a:solidFill>
                <a:latin typeface="Arial"/>
                <a:ea typeface="Arial"/>
                <a:cs typeface="Arial"/>
              </a:defRPr>
            </a:lvl8pPr>
            <a:lvl9pPr>
              <a:defRPr sz="1425" b="1">
                <a:solidFill>
                  <a:srgbClr val="53C4D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lnSpc>
                <a:spcPct val="100000"/>
              </a:lnSpc>
              <a:buNone/>
              <a:defRPr sz="1425" b="1">
                <a:solidFill>
                  <a:srgbClr val="53C4D5"/>
                </a:solidFill>
                <a:latin typeface="Arial"/>
                <a:ea typeface="Arial"/>
                <a:cs typeface="Arial"/>
              </a:defRPr>
            </a:pPr>
            <a:r>
              <a:rPr sz="1425" b="1" u="none" strike="noStrike">
                <a:solidFill>
                  <a:srgbClr val="53C4D5"/>
                </a:solidFill>
                <a:latin typeface="Arial"/>
                <a:ea typeface="Arial"/>
                <a:cs typeface="Arial"/>
              </a:rPr>
              <a:t>DÍA 1</a:t>
            </a:r>
            <a:endParaRPr sz="3230" b="0" u="none" strike="noStrik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80" name="">
            <a:extLst xmlns:a="http://schemas.openxmlformats.org/drawingml/2006/main">
              <a:ext uri="{FF2B5EF4-FFF2-40B4-BE49-F238E27FC236}">
                <a16:creationId xmlns:a16="http://schemas.microsoft.com/office/drawing/2014/main" id="{3D9F60E2-FE0C-4A64-85D7-A8CA51105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552700"/>
            <a:ext cx="3143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>
            <a:defPPr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lnSpc>
                <a:spcPct val="100000"/>
              </a:lnSpc>
              <a:buNone/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 u="none" strike="noStrike">
                <a:solidFill>
                  <a:srgbClr val="FFFFFF"/>
                </a:solidFill>
                <a:latin typeface="Arial"/>
                <a:ea typeface="Arial"/>
                <a:cs typeface="Arial"/>
              </a:rPr>
              <a:t>Alcance y criterios</a:t>
            </a:r>
            <a:endParaRPr sz="1200" b="0" u="none" strike="noStrik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81" name="">
            <a:extLst xmlns:a="http://schemas.openxmlformats.org/drawingml/2006/main">
              <a:ext uri="{FF2B5EF4-FFF2-40B4-BE49-F238E27FC236}">
                <a16:creationId xmlns:a16="http://schemas.microsoft.com/office/drawing/2014/main" id="{AC891DFB-8DE4-430C-85A0-6DDDEB616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0"/>
            <a:ext cx="781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>
            <a:defPPr>
              <a:defRPr sz="1425" b="1">
                <a:solidFill>
                  <a:srgbClr val="53C4D5"/>
                </a:solidFill>
                <a:latin typeface="Arial"/>
                <a:ea typeface="Arial"/>
                <a:cs typeface="Arial"/>
              </a:defRPr>
            </a:defPPr>
            <a:lvl1pPr>
              <a:defRPr sz="1425" b="1">
                <a:solidFill>
                  <a:srgbClr val="53C4D5"/>
                </a:solidFill>
                <a:latin typeface="Arial"/>
                <a:ea typeface="Arial"/>
                <a:cs typeface="Arial"/>
              </a:defRPr>
            </a:lvl1pPr>
            <a:lvl2pPr>
              <a:defRPr sz="1425" b="1">
                <a:solidFill>
                  <a:srgbClr val="53C4D5"/>
                </a:solidFill>
                <a:latin typeface="Arial"/>
                <a:ea typeface="Arial"/>
                <a:cs typeface="Arial"/>
              </a:defRPr>
            </a:lvl2pPr>
            <a:lvl3pPr>
              <a:defRPr sz="1425" b="1">
                <a:solidFill>
                  <a:srgbClr val="53C4D5"/>
                </a:solidFill>
                <a:latin typeface="Arial"/>
                <a:ea typeface="Arial"/>
                <a:cs typeface="Arial"/>
              </a:defRPr>
            </a:lvl3pPr>
            <a:lvl4pPr>
              <a:defRPr sz="1425" b="1">
                <a:solidFill>
                  <a:srgbClr val="53C4D5"/>
                </a:solidFill>
                <a:latin typeface="Arial"/>
                <a:ea typeface="Arial"/>
                <a:cs typeface="Arial"/>
              </a:defRPr>
            </a:lvl4pPr>
            <a:lvl5pPr>
              <a:defRPr sz="1425" b="1">
                <a:solidFill>
                  <a:srgbClr val="53C4D5"/>
                </a:solidFill>
                <a:latin typeface="Arial"/>
                <a:ea typeface="Arial"/>
                <a:cs typeface="Arial"/>
              </a:defRPr>
            </a:lvl5pPr>
            <a:lvl6pPr>
              <a:defRPr sz="1425" b="1">
                <a:solidFill>
                  <a:srgbClr val="53C4D5"/>
                </a:solidFill>
                <a:latin typeface="Arial"/>
                <a:ea typeface="Arial"/>
                <a:cs typeface="Arial"/>
              </a:defRPr>
            </a:lvl6pPr>
            <a:lvl7pPr>
              <a:defRPr sz="1425" b="1">
                <a:solidFill>
                  <a:srgbClr val="53C4D5"/>
                </a:solidFill>
                <a:latin typeface="Arial"/>
                <a:ea typeface="Arial"/>
                <a:cs typeface="Arial"/>
              </a:defRPr>
            </a:lvl7pPr>
            <a:lvl8pPr>
              <a:defRPr sz="1425" b="1">
                <a:solidFill>
                  <a:srgbClr val="53C4D5"/>
                </a:solidFill>
                <a:latin typeface="Arial"/>
                <a:ea typeface="Arial"/>
                <a:cs typeface="Arial"/>
              </a:defRPr>
            </a:lvl8pPr>
            <a:lvl9pPr>
              <a:defRPr sz="1425" b="1">
                <a:solidFill>
                  <a:srgbClr val="53C4D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lnSpc>
                <a:spcPct val="100000"/>
              </a:lnSpc>
              <a:buNone/>
              <a:defRPr sz="1425" b="1">
                <a:solidFill>
                  <a:srgbClr val="53C4D5"/>
                </a:solidFill>
                <a:latin typeface="Arial"/>
                <a:ea typeface="Arial"/>
                <a:cs typeface="Arial"/>
              </a:defRPr>
            </a:pPr>
            <a:r>
              <a:rPr sz="1425" b="1" u="none" strike="noStrike">
                <a:solidFill>
                  <a:srgbClr val="53C4D5"/>
                </a:solidFill>
                <a:latin typeface="Arial"/>
                <a:ea typeface="Arial"/>
                <a:cs typeface="Arial"/>
              </a:rPr>
              <a:t>DÍA 2</a:t>
            </a:r>
            <a:endParaRPr sz="3230" b="0" u="none" strike="noStrik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82" name="">
            <a:extLst xmlns:a="http://schemas.openxmlformats.org/drawingml/2006/main">
              <a:ext uri="{FF2B5EF4-FFF2-40B4-BE49-F238E27FC236}">
                <a16:creationId xmlns:a16="http://schemas.microsoft.com/office/drawing/2014/main" id="{DCD7E4B5-4323-4E94-A201-E6E973CA7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048000"/>
            <a:ext cx="3143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>
            <a:defPPr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lnSpc>
                <a:spcPct val="100000"/>
              </a:lnSpc>
              <a:buNone/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 u="none" strike="noStrike">
                <a:solidFill>
                  <a:srgbClr val="FFFFFF"/>
                </a:solidFill>
                <a:latin typeface="Arial"/>
                <a:ea typeface="Arial"/>
                <a:cs typeface="Arial"/>
              </a:rPr>
              <a:t>Ingesta y evidencia</a:t>
            </a:r>
            <a:endParaRPr sz="1200" b="0" u="none" strike="noStrik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83" name="">
            <a:extLst xmlns:a="http://schemas.openxmlformats.org/drawingml/2006/main">
              <a:ext uri="{FF2B5EF4-FFF2-40B4-BE49-F238E27FC236}">
                <a16:creationId xmlns:a16="http://schemas.microsoft.com/office/drawing/2014/main" id="{4C429660-5F5C-4CFD-A6E1-9C7A566E6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43300"/>
            <a:ext cx="781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>
            <a:defPPr>
              <a:defRPr sz="1425" b="1">
                <a:solidFill>
                  <a:srgbClr val="53C4D5"/>
                </a:solidFill>
                <a:latin typeface="Arial"/>
                <a:ea typeface="Arial"/>
                <a:cs typeface="Arial"/>
              </a:defRPr>
            </a:defPPr>
            <a:lvl1pPr>
              <a:defRPr sz="1425" b="1">
                <a:solidFill>
                  <a:srgbClr val="53C4D5"/>
                </a:solidFill>
                <a:latin typeface="Arial"/>
                <a:ea typeface="Arial"/>
                <a:cs typeface="Arial"/>
              </a:defRPr>
            </a:lvl1pPr>
            <a:lvl2pPr>
              <a:defRPr sz="1425" b="1">
                <a:solidFill>
                  <a:srgbClr val="53C4D5"/>
                </a:solidFill>
                <a:latin typeface="Arial"/>
                <a:ea typeface="Arial"/>
                <a:cs typeface="Arial"/>
              </a:defRPr>
            </a:lvl2pPr>
            <a:lvl3pPr>
              <a:defRPr sz="1425" b="1">
                <a:solidFill>
                  <a:srgbClr val="53C4D5"/>
                </a:solidFill>
                <a:latin typeface="Arial"/>
                <a:ea typeface="Arial"/>
                <a:cs typeface="Arial"/>
              </a:defRPr>
            </a:lvl3pPr>
            <a:lvl4pPr>
              <a:defRPr sz="1425" b="1">
                <a:solidFill>
                  <a:srgbClr val="53C4D5"/>
                </a:solidFill>
                <a:latin typeface="Arial"/>
                <a:ea typeface="Arial"/>
                <a:cs typeface="Arial"/>
              </a:defRPr>
            </a:lvl4pPr>
            <a:lvl5pPr>
              <a:defRPr sz="1425" b="1">
                <a:solidFill>
                  <a:srgbClr val="53C4D5"/>
                </a:solidFill>
                <a:latin typeface="Arial"/>
                <a:ea typeface="Arial"/>
                <a:cs typeface="Arial"/>
              </a:defRPr>
            </a:lvl5pPr>
            <a:lvl6pPr>
              <a:defRPr sz="1425" b="1">
                <a:solidFill>
                  <a:srgbClr val="53C4D5"/>
                </a:solidFill>
                <a:latin typeface="Arial"/>
                <a:ea typeface="Arial"/>
                <a:cs typeface="Arial"/>
              </a:defRPr>
            </a:lvl6pPr>
            <a:lvl7pPr>
              <a:defRPr sz="1425" b="1">
                <a:solidFill>
                  <a:srgbClr val="53C4D5"/>
                </a:solidFill>
                <a:latin typeface="Arial"/>
                <a:ea typeface="Arial"/>
                <a:cs typeface="Arial"/>
              </a:defRPr>
            </a:lvl7pPr>
            <a:lvl8pPr>
              <a:defRPr sz="1425" b="1">
                <a:solidFill>
                  <a:srgbClr val="53C4D5"/>
                </a:solidFill>
                <a:latin typeface="Arial"/>
                <a:ea typeface="Arial"/>
                <a:cs typeface="Arial"/>
              </a:defRPr>
            </a:lvl8pPr>
            <a:lvl9pPr>
              <a:defRPr sz="1425" b="1">
                <a:solidFill>
                  <a:srgbClr val="53C4D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lnSpc>
                <a:spcPct val="100000"/>
              </a:lnSpc>
              <a:buNone/>
              <a:defRPr sz="1425" b="1">
                <a:solidFill>
                  <a:srgbClr val="53C4D5"/>
                </a:solidFill>
                <a:latin typeface="Arial"/>
                <a:ea typeface="Arial"/>
                <a:cs typeface="Arial"/>
              </a:defRPr>
            </a:pPr>
            <a:r>
              <a:rPr sz="1425" b="1" u="none" strike="noStrike">
                <a:solidFill>
                  <a:srgbClr val="53C4D5"/>
                </a:solidFill>
                <a:latin typeface="Arial"/>
                <a:ea typeface="Arial"/>
                <a:cs typeface="Arial"/>
              </a:rPr>
              <a:t>DÍA 3</a:t>
            </a:r>
            <a:endParaRPr sz="3230" b="0" u="none" strike="noStrik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84" name="">
            <a:extLst xmlns:a="http://schemas.openxmlformats.org/drawingml/2006/main">
              <a:ext uri="{FF2B5EF4-FFF2-40B4-BE49-F238E27FC236}">
                <a16:creationId xmlns:a16="http://schemas.microsoft.com/office/drawing/2014/main" id="{26B30559-3823-42B2-B8DA-6D3A5B10C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543300"/>
            <a:ext cx="3143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>
            <a:defPPr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lnSpc>
                <a:spcPct val="100000"/>
              </a:lnSpc>
              <a:buNone/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 u="none" strike="noStrike">
                <a:solidFill>
                  <a:srgbClr val="FFFFFF"/>
                </a:solidFill>
                <a:latin typeface="Arial"/>
                <a:ea typeface="Arial"/>
                <a:cs typeface="Arial"/>
              </a:rPr>
              <a:t>Consulta documental</a:t>
            </a:r>
            <a:endParaRPr sz="1200" b="0" u="none" strike="noStrik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85" name="">
            <a:extLst xmlns:a="http://schemas.openxmlformats.org/drawingml/2006/main">
              <a:ext uri="{FF2B5EF4-FFF2-40B4-BE49-F238E27FC236}">
                <a16:creationId xmlns:a16="http://schemas.microsoft.com/office/drawing/2014/main" id="{5A836F6F-75B3-4FDD-B4C8-288C0DDD8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14925"/>
            <a:ext cx="10820114" cy="83820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0B4D94"/>
          </a:solidFill>
          <a:ln xmlns:a="http://schemas.openxmlformats.org/drawingml/2006/main" w="9525">
            <a:solidFill>
              <a:srgbClr val="4E83B7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endParaRPr sz="1800" b="0" u="none" strike="noStrik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86" name="">
            <a:extLst xmlns:a="http://schemas.openxmlformats.org/drawingml/2006/main">
              <a:ext uri="{FF2B5EF4-FFF2-40B4-BE49-F238E27FC236}">
                <a16:creationId xmlns:a16="http://schemas.microsoft.com/office/drawing/2014/main" id="{52FD24BB-6698-4AA6-B539-6785A3E79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229225"/>
            <a:ext cx="10334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>
            <a:defPPr>
              <a:defRPr sz="1125" b="1">
                <a:solidFill>
                  <a:srgbClr val="A9D4EA"/>
                </a:solidFill>
                <a:latin typeface="Arial"/>
                <a:ea typeface="Arial"/>
                <a:cs typeface="Arial"/>
              </a:defRPr>
            </a:defPPr>
            <a:lvl1pPr>
              <a:defRPr sz="1125" b="1">
                <a:solidFill>
                  <a:srgbClr val="A9D4EA"/>
                </a:solidFill>
                <a:latin typeface="Arial"/>
                <a:ea typeface="Arial"/>
                <a:cs typeface="Arial"/>
              </a:defRPr>
            </a:lvl1pPr>
            <a:lvl2pPr>
              <a:defRPr sz="1125" b="1">
                <a:solidFill>
                  <a:srgbClr val="A9D4EA"/>
                </a:solidFill>
                <a:latin typeface="Arial"/>
                <a:ea typeface="Arial"/>
                <a:cs typeface="Arial"/>
              </a:defRPr>
            </a:lvl2pPr>
            <a:lvl3pPr>
              <a:defRPr sz="1125" b="1">
                <a:solidFill>
                  <a:srgbClr val="A9D4EA"/>
                </a:solidFill>
                <a:latin typeface="Arial"/>
                <a:ea typeface="Arial"/>
                <a:cs typeface="Arial"/>
              </a:defRPr>
            </a:lvl3pPr>
            <a:lvl4pPr>
              <a:defRPr sz="1125" b="1">
                <a:solidFill>
                  <a:srgbClr val="A9D4EA"/>
                </a:solidFill>
                <a:latin typeface="Arial"/>
                <a:ea typeface="Arial"/>
                <a:cs typeface="Arial"/>
              </a:defRPr>
            </a:lvl4pPr>
            <a:lvl5pPr>
              <a:defRPr sz="1125" b="1">
                <a:solidFill>
                  <a:srgbClr val="A9D4EA"/>
                </a:solidFill>
                <a:latin typeface="Arial"/>
                <a:ea typeface="Arial"/>
                <a:cs typeface="Arial"/>
              </a:defRPr>
            </a:lvl5pPr>
            <a:lvl6pPr>
              <a:defRPr sz="1125" b="1">
                <a:solidFill>
                  <a:srgbClr val="A9D4EA"/>
                </a:solidFill>
                <a:latin typeface="Arial"/>
                <a:ea typeface="Arial"/>
                <a:cs typeface="Arial"/>
              </a:defRPr>
            </a:lvl6pPr>
            <a:lvl7pPr>
              <a:defRPr sz="1125" b="1">
                <a:solidFill>
                  <a:srgbClr val="A9D4EA"/>
                </a:solidFill>
                <a:latin typeface="Arial"/>
                <a:ea typeface="Arial"/>
                <a:cs typeface="Arial"/>
              </a:defRPr>
            </a:lvl7pPr>
            <a:lvl8pPr>
              <a:defRPr sz="1125" b="1">
                <a:solidFill>
                  <a:srgbClr val="A9D4EA"/>
                </a:solidFill>
                <a:latin typeface="Arial"/>
                <a:ea typeface="Arial"/>
                <a:cs typeface="Arial"/>
              </a:defRPr>
            </a:lvl8pPr>
            <a:lvl9pPr>
              <a:defRPr sz="1125" b="1">
                <a:solidFill>
                  <a:srgbClr val="A9D4E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lnSpc>
                <a:spcPct val="100000"/>
              </a:lnSpc>
              <a:buNone/>
              <a:defRPr sz="1125" b="1">
                <a:solidFill>
                  <a:srgbClr val="A9D4EA"/>
                </a:solidFill>
                <a:latin typeface="Arial"/>
                <a:ea typeface="Arial"/>
                <a:cs typeface="Arial"/>
              </a:defRPr>
            </a:pPr>
            <a:r>
              <a:rPr sz="1125" b="1" u="none" strike="noStrike">
                <a:solidFill>
                  <a:srgbClr val="A9D4EA"/>
                </a:solidFill>
                <a:latin typeface="Arial"/>
                <a:ea typeface="Arial"/>
                <a:cs typeface="Arial"/>
              </a:rPr>
              <a:t>SUPUESTOS · RIESGOS · RAZÓN</a:t>
            </a:r>
            <a:endParaRPr sz="1130" b="0" u="none" strike="noStrik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87" name="">
            <a:extLst xmlns:a="http://schemas.openxmlformats.org/drawingml/2006/main">
              <a:ext uri="{FF2B5EF4-FFF2-40B4-BE49-F238E27FC236}">
                <a16:creationId xmlns:a16="http://schemas.microsoft.com/office/drawing/2014/main" id="{5FE847B4-9FAF-4533-907B-78F7CAEE0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467350"/>
            <a:ext cx="103346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>
            <a:defPPr>
              <a:defRPr sz="1088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1088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1088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1088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1088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1088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1088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1088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1088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1088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lnSpc>
                <a:spcPct val="100000"/>
              </a:lnSpc>
              <a:buNone/>
              <a:defRPr sz="1088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88" b="0" u="none" strike="noStrike">
                <a:solidFill>
                  <a:srgbClr val="FFFFFF"/>
                </a:solidFill>
                <a:latin typeface="Arial"/>
                <a:ea typeface="Arial"/>
                <a:cs typeface="Arial"/>
              </a:rPr>
              <a:t>Supuestos: manual, servicios y credenciales disponibles. Riesgos: matriz/tablas, hechos faltantes y privacidad.</a:t>
            </a:r>
            <a:endParaRPr sz="1350" b="0" u="none" strike="noStrike">
              <a:solidFill>
                <a:srgbClr val="FFFFFF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00000"/>
              </a:lnSpc>
              <a:buNone/>
              <a:defRPr sz="1088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88" b="0" u="none" strike="noStrike">
                <a:solidFill>
                  <a:srgbClr val="FFFFFF"/>
                </a:solidFill>
                <a:latin typeface="Arial"/>
                <a:ea typeface="Arial"/>
                <a:cs typeface="Arial"/>
              </a:rPr>
              <a:t>Orden: evidencias primero, reglas deterministas y gates de evaluación antes de la demo.</a:t>
            </a:r>
            <a:endParaRPr sz="1350" b="0" u="none" strike="noStrik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88" name="">
            <a:extLst xmlns:a="http://schemas.openxmlformats.org/drawingml/2006/main">
              <a:ext uri="{FF2B5EF4-FFF2-40B4-BE49-F238E27FC236}">
                <a16:creationId xmlns:a16="http://schemas.microsoft.com/office/drawing/2014/main" id="{21A89D33-6493-44BE-8575-176A67A52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43625"/>
            <a:ext cx="10820114" cy="381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3F6E9F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-44640" rIns="90000" bIns="-4464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endParaRPr sz="1800" b="0" u="none" strike="noStrik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89" name="">
            <a:extLst xmlns:a="http://schemas.openxmlformats.org/drawingml/2006/main">
              <a:ext uri="{FF2B5EF4-FFF2-40B4-BE49-F238E27FC236}">
                <a16:creationId xmlns:a16="http://schemas.microsoft.com/office/drawing/2014/main" id="{503917D1-A4F0-4E79-9E3F-DE6CB6B8F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05550"/>
            <a:ext cx="10820114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>
            <a:defPPr algn="ctr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ctr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ctr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ctr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ctr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ctr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ctr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ctr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ctr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ctr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 u="none" strike="noStrike">
                <a:solidFill>
                  <a:srgbClr val="FFFFFF"/>
                </a:solidFill>
                <a:latin typeface="Arial"/>
                <a:ea typeface="Arial"/>
                <a:cs typeface="Arial"/>
              </a:rPr>
              <a:t>Propuesta de ejecución; ajustar dependencias y alcance con la persona supervisora.</a:t>
            </a:r>
            <a:endParaRPr sz="1650" b="0" u="none" strike="noStrik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90" name="plan-day-1-detail">
            <a:extLst xmlns:a="http://schemas.openxmlformats.org/drawingml/2006/main">
              <a:ext uri="{FF2B5EF4-FFF2-40B4-BE49-F238E27FC236}">
                <a16:creationId xmlns:a16="http://schemas.microsoft.com/office/drawing/2014/main" id="{1D7EB9EF-2754-4942-B861-95E5BB69A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562225"/>
            <a:ext cx="657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>
                <a:solidFill>
                  <a:srgbClr val="D8EBF7"/>
                </a:solidFill>
                <a:latin typeface="Arial"/>
                <a:ea typeface="Arial"/>
                <a:cs typeface="Arial"/>
              </a:defRPr>
            </a:defPPr>
            <a:lvl1pPr>
              <a:defRPr sz="1200">
                <a:solidFill>
                  <a:srgbClr val="D8EBF7"/>
                </a:solidFill>
                <a:latin typeface="Arial"/>
                <a:ea typeface="Arial"/>
                <a:cs typeface="Arial"/>
              </a:defRPr>
            </a:lvl1pPr>
            <a:lvl2pPr>
              <a:defRPr sz="1200">
                <a:solidFill>
                  <a:srgbClr val="D8EBF7"/>
                </a:solidFill>
                <a:latin typeface="Arial"/>
                <a:ea typeface="Arial"/>
                <a:cs typeface="Arial"/>
              </a:defRPr>
            </a:lvl2pPr>
            <a:lvl3pPr>
              <a:defRPr sz="1200">
                <a:solidFill>
                  <a:srgbClr val="D8EBF7"/>
                </a:solidFill>
                <a:latin typeface="Arial"/>
                <a:ea typeface="Arial"/>
                <a:cs typeface="Arial"/>
              </a:defRPr>
            </a:lvl3pPr>
            <a:lvl4pPr>
              <a:defRPr sz="1200">
                <a:solidFill>
                  <a:srgbClr val="D8EBF7"/>
                </a:solidFill>
                <a:latin typeface="Arial"/>
                <a:ea typeface="Arial"/>
                <a:cs typeface="Arial"/>
              </a:defRPr>
            </a:lvl4pPr>
            <a:lvl5pPr>
              <a:defRPr sz="1200">
                <a:solidFill>
                  <a:srgbClr val="D8EBF7"/>
                </a:solidFill>
                <a:latin typeface="Arial"/>
                <a:ea typeface="Arial"/>
                <a:cs typeface="Arial"/>
              </a:defRPr>
            </a:lvl5pPr>
            <a:lvl6pPr>
              <a:defRPr sz="1200">
                <a:solidFill>
                  <a:srgbClr val="D8EBF7"/>
                </a:solidFill>
                <a:latin typeface="Arial"/>
                <a:ea typeface="Arial"/>
                <a:cs typeface="Arial"/>
              </a:defRPr>
            </a:lvl6pPr>
            <a:lvl7pPr>
              <a:defRPr sz="1200">
                <a:solidFill>
                  <a:srgbClr val="D8EBF7"/>
                </a:solidFill>
                <a:latin typeface="Arial"/>
                <a:ea typeface="Arial"/>
                <a:cs typeface="Arial"/>
              </a:defRPr>
            </a:lvl7pPr>
            <a:lvl8pPr>
              <a:defRPr sz="1200">
                <a:solidFill>
                  <a:srgbClr val="D8EBF7"/>
                </a:solidFill>
                <a:latin typeface="Arial"/>
                <a:ea typeface="Arial"/>
                <a:cs typeface="Arial"/>
              </a:defRPr>
            </a:lvl8pPr>
            <a:lvl9pPr>
              <a:defRPr sz="1200">
                <a:solidFill>
                  <a:srgbClr val="D8EBF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>
                <a:solidFill>
                  <a:srgbClr val="D8EBF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D8EBF7"/>
                </a:solidFill>
                <a:latin typeface="Arial"/>
                <a:ea typeface="Arial"/>
                <a:cs typeface="Arial"/>
              </a:rPr>
              <a:t>Definir usuarios, cinco relatos y criterios de aceptación.</a:t>
            </a:r>
          </a:p>
        </p:txBody>
      </p:sp>
      <p:sp>
        <p:nvSpPr>
          <p:cNvPr id="391" name="plan-rule-1">
            <a:extLst xmlns:a="http://schemas.openxmlformats.org/drawingml/2006/main">
              <a:ext uri="{FF2B5EF4-FFF2-40B4-BE49-F238E27FC236}">
                <a16:creationId xmlns:a16="http://schemas.microsoft.com/office/drawing/2014/main" id="{67698F09-CA05-4200-BECC-598D50BC3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924175"/>
            <a:ext cx="9858375" cy="3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D699D"/>
            </a:solidFill>
            <a:prstDash val="solid"/>
          </a:ln>
        </p:spPr>
      </p:sp>
      <p:sp>
        <p:nvSpPr>
          <p:cNvPr id="392" name="plan-day-2-detail">
            <a:extLst xmlns:a="http://schemas.openxmlformats.org/drawingml/2006/main">
              <a:ext uri="{FF2B5EF4-FFF2-40B4-BE49-F238E27FC236}">
                <a16:creationId xmlns:a16="http://schemas.microsoft.com/office/drawing/2014/main" id="{CD1BBE10-01D6-431C-952C-923AEC1A5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057525"/>
            <a:ext cx="657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>
                <a:solidFill>
                  <a:srgbClr val="D8EBF7"/>
                </a:solidFill>
                <a:latin typeface="Arial"/>
                <a:ea typeface="Arial"/>
                <a:cs typeface="Arial"/>
              </a:defRPr>
            </a:defPPr>
            <a:lvl1pPr>
              <a:defRPr sz="1200">
                <a:solidFill>
                  <a:srgbClr val="D8EBF7"/>
                </a:solidFill>
                <a:latin typeface="Arial"/>
                <a:ea typeface="Arial"/>
                <a:cs typeface="Arial"/>
              </a:defRPr>
            </a:lvl1pPr>
            <a:lvl2pPr>
              <a:defRPr sz="1200">
                <a:solidFill>
                  <a:srgbClr val="D8EBF7"/>
                </a:solidFill>
                <a:latin typeface="Arial"/>
                <a:ea typeface="Arial"/>
                <a:cs typeface="Arial"/>
              </a:defRPr>
            </a:lvl2pPr>
            <a:lvl3pPr>
              <a:defRPr sz="1200">
                <a:solidFill>
                  <a:srgbClr val="D8EBF7"/>
                </a:solidFill>
                <a:latin typeface="Arial"/>
                <a:ea typeface="Arial"/>
                <a:cs typeface="Arial"/>
              </a:defRPr>
            </a:lvl3pPr>
            <a:lvl4pPr>
              <a:defRPr sz="1200">
                <a:solidFill>
                  <a:srgbClr val="D8EBF7"/>
                </a:solidFill>
                <a:latin typeface="Arial"/>
                <a:ea typeface="Arial"/>
                <a:cs typeface="Arial"/>
              </a:defRPr>
            </a:lvl4pPr>
            <a:lvl5pPr>
              <a:defRPr sz="1200">
                <a:solidFill>
                  <a:srgbClr val="D8EBF7"/>
                </a:solidFill>
                <a:latin typeface="Arial"/>
                <a:ea typeface="Arial"/>
                <a:cs typeface="Arial"/>
              </a:defRPr>
            </a:lvl5pPr>
            <a:lvl6pPr>
              <a:defRPr sz="1200">
                <a:solidFill>
                  <a:srgbClr val="D8EBF7"/>
                </a:solidFill>
                <a:latin typeface="Arial"/>
                <a:ea typeface="Arial"/>
                <a:cs typeface="Arial"/>
              </a:defRPr>
            </a:lvl6pPr>
            <a:lvl7pPr>
              <a:defRPr sz="1200">
                <a:solidFill>
                  <a:srgbClr val="D8EBF7"/>
                </a:solidFill>
                <a:latin typeface="Arial"/>
                <a:ea typeface="Arial"/>
                <a:cs typeface="Arial"/>
              </a:defRPr>
            </a:lvl7pPr>
            <a:lvl8pPr>
              <a:defRPr sz="1200">
                <a:solidFill>
                  <a:srgbClr val="D8EBF7"/>
                </a:solidFill>
                <a:latin typeface="Arial"/>
                <a:ea typeface="Arial"/>
                <a:cs typeface="Arial"/>
              </a:defRPr>
            </a:lvl8pPr>
            <a:lvl9pPr>
              <a:defRPr sz="1200">
                <a:solidFill>
                  <a:srgbClr val="D8EBF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>
                <a:solidFill>
                  <a:srgbClr val="D8EBF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D8EBF7"/>
                </a:solidFill>
                <a:latin typeface="Arial"/>
                <a:ea typeface="Arial"/>
                <a:cs typeface="Arial"/>
              </a:rPr>
              <a:t>Verificar el manual; extraer páginas y fijar evidencias.</a:t>
            </a:r>
          </a:p>
        </p:txBody>
      </p:sp>
      <p:sp>
        <p:nvSpPr>
          <p:cNvPr id="393" name="plan-rule-2">
            <a:extLst xmlns:a="http://schemas.openxmlformats.org/drawingml/2006/main">
              <a:ext uri="{FF2B5EF4-FFF2-40B4-BE49-F238E27FC236}">
                <a16:creationId xmlns:a16="http://schemas.microsoft.com/office/drawing/2014/main" id="{65AEB216-B33C-4187-A3CB-DF8BEF2B6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419475"/>
            <a:ext cx="9858375" cy="3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D699D"/>
            </a:solidFill>
            <a:prstDash val="solid"/>
          </a:ln>
        </p:spPr>
      </p:sp>
      <p:sp>
        <p:nvSpPr>
          <p:cNvPr id="394" name="plan-day-3-detail">
            <a:extLst xmlns:a="http://schemas.openxmlformats.org/drawingml/2006/main">
              <a:ext uri="{FF2B5EF4-FFF2-40B4-BE49-F238E27FC236}">
                <a16:creationId xmlns:a16="http://schemas.microsoft.com/office/drawing/2014/main" id="{594331E6-03D5-4431-8CA3-1B3EC16D8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552825"/>
            <a:ext cx="657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>
                <a:solidFill>
                  <a:srgbClr val="D8EBF7"/>
                </a:solidFill>
                <a:latin typeface="Arial"/>
                <a:ea typeface="Arial"/>
                <a:cs typeface="Arial"/>
              </a:defRPr>
            </a:defPPr>
            <a:lvl1pPr>
              <a:defRPr sz="1200">
                <a:solidFill>
                  <a:srgbClr val="D8EBF7"/>
                </a:solidFill>
                <a:latin typeface="Arial"/>
                <a:ea typeface="Arial"/>
                <a:cs typeface="Arial"/>
              </a:defRPr>
            </a:lvl1pPr>
            <a:lvl2pPr>
              <a:defRPr sz="1200">
                <a:solidFill>
                  <a:srgbClr val="D8EBF7"/>
                </a:solidFill>
                <a:latin typeface="Arial"/>
                <a:ea typeface="Arial"/>
                <a:cs typeface="Arial"/>
              </a:defRPr>
            </a:lvl2pPr>
            <a:lvl3pPr>
              <a:defRPr sz="1200">
                <a:solidFill>
                  <a:srgbClr val="D8EBF7"/>
                </a:solidFill>
                <a:latin typeface="Arial"/>
                <a:ea typeface="Arial"/>
                <a:cs typeface="Arial"/>
              </a:defRPr>
            </a:lvl3pPr>
            <a:lvl4pPr>
              <a:defRPr sz="1200">
                <a:solidFill>
                  <a:srgbClr val="D8EBF7"/>
                </a:solidFill>
                <a:latin typeface="Arial"/>
                <a:ea typeface="Arial"/>
                <a:cs typeface="Arial"/>
              </a:defRPr>
            </a:lvl4pPr>
            <a:lvl5pPr>
              <a:defRPr sz="1200">
                <a:solidFill>
                  <a:srgbClr val="D8EBF7"/>
                </a:solidFill>
                <a:latin typeface="Arial"/>
                <a:ea typeface="Arial"/>
                <a:cs typeface="Arial"/>
              </a:defRPr>
            </a:lvl5pPr>
            <a:lvl6pPr>
              <a:defRPr sz="1200">
                <a:solidFill>
                  <a:srgbClr val="D8EBF7"/>
                </a:solidFill>
                <a:latin typeface="Arial"/>
                <a:ea typeface="Arial"/>
                <a:cs typeface="Arial"/>
              </a:defRPr>
            </a:lvl6pPr>
            <a:lvl7pPr>
              <a:defRPr sz="1200">
                <a:solidFill>
                  <a:srgbClr val="D8EBF7"/>
                </a:solidFill>
                <a:latin typeface="Arial"/>
                <a:ea typeface="Arial"/>
                <a:cs typeface="Arial"/>
              </a:defRPr>
            </a:lvl7pPr>
            <a:lvl8pPr>
              <a:defRPr sz="1200">
                <a:solidFill>
                  <a:srgbClr val="D8EBF7"/>
                </a:solidFill>
                <a:latin typeface="Arial"/>
                <a:ea typeface="Arial"/>
                <a:cs typeface="Arial"/>
              </a:defRPr>
            </a:lvl8pPr>
            <a:lvl9pPr>
              <a:defRPr sz="1200">
                <a:solidFill>
                  <a:srgbClr val="D8EBF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>
                <a:solidFill>
                  <a:srgbClr val="D8EBF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D8EBF7"/>
                </a:solidFill>
                <a:latin typeface="Arial"/>
                <a:ea typeface="Arial"/>
                <a:cs typeface="Arial"/>
              </a:rPr>
              <a:t>Montar recuperación híbrida, citas y abstención.</a:t>
            </a:r>
          </a:p>
        </p:txBody>
      </p:sp>
      <p:sp>
        <p:nvSpPr>
          <p:cNvPr id="395" name="plan-rule-3">
            <a:extLst xmlns:a="http://schemas.openxmlformats.org/drawingml/2006/main">
              <a:ext uri="{FF2B5EF4-FFF2-40B4-BE49-F238E27FC236}">
                <a16:creationId xmlns:a16="http://schemas.microsoft.com/office/drawing/2014/main" id="{6D1AE50A-5606-49F7-B40A-1FCA37664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914775"/>
            <a:ext cx="9858375" cy="3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D699D"/>
            </a:solidFill>
            <a:prstDash val="solid"/>
          </a:ln>
        </p:spPr>
      </p:sp>
      <p:sp>
        <p:nvSpPr>
          <p:cNvPr id="396" name="plan-day-4-detail">
            <a:extLst xmlns:a="http://schemas.openxmlformats.org/drawingml/2006/main">
              <a:ext uri="{FF2B5EF4-FFF2-40B4-BE49-F238E27FC236}">
                <a16:creationId xmlns:a16="http://schemas.microsoft.com/office/drawing/2014/main" id="{3F33F747-4DFF-47FD-B32D-C626D64BA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4048125"/>
            <a:ext cx="657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>
                <a:solidFill>
                  <a:srgbClr val="D8EBF7"/>
                </a:solidFill>
                <a:latin typeface="Arial"/>
                <a:ea typeface="Arial"/>
                <a:cs typeface="Arial"/>
              </a:defRPr>
            </a:defPPr>
            <a:lvl1pPr>
              <a:defRPr sz="1200">
                <a:solidFill>
                  <a:srgbClr val="D8EBF7"/>
                </a:solidFill>
                <a:latin typeface="Arial"/>
                <a:ea typeface="Arial"/>
                <a:cs typeface="Arial"/>
              </a:defRPr>
            </a:lvl1pPr>
            <a:lvl2pPr>
              <a:defRPr sz="1200">
                <a:solidFill>
                  <a:srgbClr val="D8EBF7"/>
                </a:solidFill>
                <a:latin typeface="Arial"/>
                <a:ea typeface="Arial"/>
                <a:cs typeface="Arial"/>
              </a:defRPr>
            </a:lvl2pPr>
            <a:lvl3pPr>
              <a:defRPr sz="1200">
                <a:solidFill>
                  <a:srgbClr val="D8EBF7"/>
                </a:solidFill>
                <a:latin typeface="Arial"/>
                <a:ea typeface="Arial"/>
                <a:cs typeface="Arial"/>
              </a:defRPr>
            </a:lvl3pPr>
            <a:lvl4pPr>
              <a:defRPr sz="1200">
                <a:solidFill>
                  <a:srgbClr val="D8EBF7"/>
                </a:solidFill>
                <a:latin typeface="Arial"/>
                <a:ea typeface="Arial"/>
                <a:cs typeface="Arial"/>
              </a:defRPr>
            </a:lvl4pPr>
            <a:lvl5pPr>
              <a:defRPr sz="1200">
                <a:solidFill>
                  <a:srgbClr val="D8EBF7"/>
                </a:solidFill>
                <a:latin typeface="Arial"/>
                <a:ea typeface="Arial"/>
                <a:cs typeface="Arial"/>
              </a:defRPr>
            </a:lvl5pPr>
            <a:lvl6pPr>
              <a:defRPr sz="1200">
                <a:solidFill>
                  <a:srgbClr val="D8EBF7"/>
                </a:solidFill>
                <a:latin typeface="Arial"/>
                <a:ea typeface="Arial"/>
                <a:cs typeface="Arial"/>
              </a:defRPr>
            </a:lvl6pPr>
            <a:lvl7pPr>
              <a:defRPr sz="1200">
                <a:solidFill>
                  <a:srgbClr val="D8EBF7"/>
                </a:solidFill>
                <a:latin typeface="Arial"/>
                <a:ea typeface="Arial"/>
                <a:cs typeface="Arial"/>
              </a:defRPr>
            </a:lvl7pPr>
            <a:lvl8pPr>
              <a:defRPr sz="1200">
                <a:solidFill>
                  <a:srgbClr val="D8EBF7"/>
                </a:solidFill>
                <a:latin typeface="Arial"/>
                <a:ea typeface="Arial"/>
                <a:cs typeface="Arial"/>
              </a:defRPr>
            </a:lvl8pPr>
            <a:lvl9pPr>
              <a:defRPr sz="1200">
                <a:solidFill>
                  <a:srgbClr val="D8EBF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>
                <a:solidFill>
                  <a:srgbClr val="D8EBF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D8EBF7"/>
                </a:solidFill>
                <a:latin typeface="Arial"/>
                <a:ea typeface="Arial"/>
                <a:cs typeface="Arial"/>
              </a:rPr>
              <a:t>Extraer hechos; aplicar reglas y probar guardarraíles.</a:t>
            </a:r>
          </a:p>
        </p:txBody>
      </p:sp>
      <p:sp>
        <p:nvSpPr>
          <p:cNvPr id="397" name="plan-rule-4">
            <a:extLst xmlns:a="http://schemas.openxmlformats.org/drawingml/2006/main">
              <a:ext uri="{FF2B5EF4-FFF2-40B4-BE49-F238E27FC236}">
                <a16:creationId xmlns:a16="http://schemas.microsoft.com/office/drawing/2014/main" id="{41F0F790-2DCF-46DD-BCC2-5C81CB6E6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410075"/>
            <a:ext cx="9858375" cy="3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D699D"/>
            </a:solidFill>
            <a:prstDash val="solid"/>
          </a:ln>
        </p:spPr>
      </p:sp>
      <p:sp>
        <p:nvSpPr>
          <p:cNvPr id="398" name="plan-day-5-detail">
            <a:extLst xmlns:a="http://schemas.openxmlformats.org/drawingml/2006/main">
              <a:ext uri="{FF2B5EF4-FFF2-40B4-BE49-F238E27FC236}">
                <a16:creationId xmlns:a16="http://schemas.microsoft.com/office/drawing/2014/main" id="{867D717E-95F6-4EEE-B61F-1A3C612C7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4543425"/>
            <a:ext cx="657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>
                <a:solidFill>
                  <a:srgbClr val="D8EBF7"/>
                </a:solidFill>
                <a:latin typeface="Arial"/>
                <a:ea typeface="Arial"/>
                <a:cs typeface="Arial"/>
              </a:defRPr>
            </a:defPPr>
            <a:lvl1pPr>
              <a:defRPr sz="1200">
                <a:solidFill>
                  <a:srgbClr val="D8EBF7"/>
                </a:solidFill>
                <a:latin typeface="Arial"/>
                <a:ea typeface="Arial"/>
                <a:cs typeface="Arial"/>
              </a:defRPr>
            </a:lvl1pPr>
            <a:lvl2pPr>
              <a:defRPr sz="1200">
                <a:solidFill>
                  <a:srgbClr val="D8EBF7"/>
                </a:solidFill>
                <a:latin typeface="Arial"/>
                <a:ea typeface="Arial"/>
                <a:cs typeface="Arial"/>
              </a:defRPr>
            </a:lvl2pPr>
            <a:lvl3pPr>
              <a:defRPr sz="1200">
                <a:solidFill>
                  <a:srgbClr val="D8EBF7"/>
                </a:solidFill>
                <a:latin typeface="Arial"/>
                <a:ea typeface="Arial"/>
                <a:cs typeface="Arial"/>
              </a:defRPr>
            </a:lvl3pPr>
            <a:lvl4pPr>
              <a:defRPr sz="1200">
                <a:solidFill>
                  <a:srgbClr val="D8EBF7"/>
                </a:solidFill>
                <a:latin typeface="Arial"/>
                <a:ea typeface="Arial"/>
                <a:cs typeface="Arial"/>
              </a:defRPr>
            </a:lvl4pPr>
            <a:lvl5pPr>
              <a:defRPr sz="1200">
                <a:solidFill>
                  <a:srgbClr val="D8EBF7"/>
                </a:solidFill>
                <a:latin typeface="Arial"/>
                <a:ea typeface="Arial"/>
                <a:cs typeface="Arial"/>
              </a:defRPr>
            </a:lvl5pPr>
            <a:lvl6pPr>
              <a:defRPr sz="1200">
                <a:solidFill>
                  <a:srgbClr val="D8EBF7"/>
                </a:solidFill>
                <a:latin typeface="Arial"/>
                <a:ea typeface="Arial"/>
                <a:cs typeface="Arial"/>
              </a:defRPr>
            </a:lvl6pPr>
            <a:lvl7pPr>
              <a:defRPr sz="1200">
                <a:solidFill>
                  <a:srgbClr val="D8EBF7"/>
                </a:solidFill>
                <a:latin typeface="Arial"/>
                <a:ea typeface="Arial"/>
                <a:cs typeface="Arial"/>
              </a:defRPr>
            </a:lvl7pPr>
            <a:lvl8pPr>
              <a:defRPr sz="1200">
                <a:solidFill>
                  <a:srgbClr val="D8EBF7"/>
                </a:solidFill>
                <a:latin typeface="Arial"/>
                <a:ea typeface="Arial"/>
                <a:cs typeface="Arial"/>
              </a:defRPr>
            </a:lvl8pPr>
            <a:lvl9pPr>
              <a:defRPr sz="1200">
                <a:solidFill>
                  <a:srgbClr val="D8EBF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>
                <a:solidFill>
                  <a:srgbClr val="D8EBF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D8EBF7"/>
                </a:solidFill>
                <a:latin typeface="Arial"/>
                <a:ea typeface="Arial"/>
                <a:cs typeface="Arial"/>
              </a:rPr>
              <a:t>Ejecutar golden/red-team; preparar memoria, demo y defensa.</a:t>
            </a:r>
          </a:p>
        </p:txBody>
      </p:sp>
      <p:sp>
        <p:nvSpPr>
          <p:cNvPr id="399" name="plan-day-4-label">
            <a:extLst xmlns:a="http://schemas.openxmlformats.org/drawingml/2006/main">
              <a:ext uri="{FF2B5EF4-FFF2-40B4-BE49-F238E27FC236}">
                <a16:creationId xmlns:a16="http://schemas.microsoft.com/office/drawing/2014/main" id="{EB7EB805-187A-409A-BC21-C4BF83868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38600"/>
            <a:ext cx="781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1">
                <a:solidFill>
                  <a:srgbClr val="53C4D5"/>
                </a:solidFill>
                <a:latin typeface="Arial"/>
                <a:ea typeface="Arial"/>
                <a:cs typeface="Arial"/>
              </a:defRPr>
            </a:defPPr>
            <a:lvl1pPr>
              <a:defRPr sz="1425" b="1">
                <a:solidFill>
                  <a:srgbClr val="53C4D5"/>
                </a:solidFill>
                <a:latin typeface="Arial"/>
                <a:ea typeface="Arial"/>
                <a:cs typeface="Arial"/>
              </a:defRPr>
            </a:lvl1pPr>
            <a:lvl2pPr>
              <a:defRPr sz="1425" b="1">
                <a:solidFill>
                  <a:srgbClr val="53C4D5"/>
                </a:solidFill>
                <a:latin typeface="Arial"/>
                <a:ea typeface="Arial"/>
                <a:cs typeface="Arial"/>
              </a:defRPr>
            </a:lvl2pPr>
            <a:lvl3pPr>
              <a:defRPr sz="1425" b="1">
                <a:solidFill>
                  <a:srgbClr val="53C4D5"/>
                </a:solidFill>
                <a:latin typeface="Arial"/>
                <a:ea typeface="Arial"/>
                <a:cs typeface="Arial"/>
              </a:defRPr>
            </a:lvl3pPr>
            <a:lvl4pPr>
              <a:defRPr sz="1425" b="1">
                <a:solidFill>
                  <a:srgbClr val="53C4D5"/>
                </a:solidFill>
                <a:latin typeface="Arial"/>
                <a:ea typeface="Arial"/>
                <a:cs typeface="Arial"/>
              </a:defRPr>
            </a:lvl4pPr>
            <a:lvl5pPr>
              <a:defRPr sz="1425" b="1">
                <a:solidFill>
                  <a:srgbClr val="53C4D5"/>
                </a:solidFill>
                <a:latin typeface="Arial"/>
                <a:ea typeface="Arial"/>
                <a:cs typeface="Arial"/>
              </a:defRPr>
            </a:lvl5pPr>
            <a:lvl6pPr>
              <a:defRPr sz="1425" b="1">
                <a:solidFill>
                  <a:srgbClr val="53C4D5"/>
                </a:solidFill>
                <a:latin typeface="Arial"/>
                <a:ea typeface="Arial"/>
                <a:cs typeface="Arial"/>
              </a:defRPr>
            </a:lvl6pPr>
            <a:lvl7pPr>
              <a:defRPr sz="1425" b="1">
                <a:solidFill>
                  <a:srgbClr val="53C4D5"/>
                </a:solidFill>
                <a:latin typeface="Arial"/>
                <a:ea typeface="Arial"/>
                <a:cs typeface="Arial"/>
              </a:defRPr>
            </a:lvl7pPr>
            <a:lvl8pPr>
              <a:defRPr sz="1425" b="1">
                <a:solidFill>
                  <a:srgbClr val="53C4D5"/>
                </a:solidFill>
                <a:latin typeface="Arial"/>
                <a:ea typeface="Arial"/>
                <a:cs typeface="Arial"/>
              </a:defRPr>
            </a:lvl8pPr>
            <a:lvl9pPr>
              <a:defRPr sz="1425" b="1">
                <a:solidFill>
                  <a:srgbClr val="53C4D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53C4D5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53C4D5"/>
                </a:solidFill>
                <a:latin typeface="Arial"/>
                <a:ea typeface="Arial"/>
                <a:cs typeface="Arial"/>
              </a:rPr>
              <a:t>DÍA 4</a:t>
            </a:r>
          </a:p>
        </p:txBody>
      </p:sp>
      <p:sp>
        <p:nvSpPr>
          <p:cNvPr id="400" name="plan-day-4-title">
            <a:extLst xmlns:a="http://schemas.openxmlformats.org/drawingml/2006/main">
              <a:ext uri="{FF2B5EF4-FFF2-40B4-BE49-F238E27FC236}">
                <a16:creationId xmlns:a16="http://schemas.microsoft.com/office/drawing/2014/main" id="{2947DA3F-A6EC-42D6-B576-F5AEA2975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038600"/>
            <a:ext cx="3143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Análisis de siniestro</a:t>
            </a:r>
          </a:p>
        </p:txBody>
      </p:sp>
      <p:sp>
        <p:nvSpPr>
          <p:cNvPr id="401" name="plan-day-5-label">
            <a:extLst xmlns:a="http://schemas.openxmlformats.org/drawingml/2006/main">
              <a:ext uri="{FF2B5EF4-FFF2-40B4-BE49-F238E27FC236}">
                <a16:creationId xmlns:a16="http://schemas.microsoft.com/office/drawing/2014/main" id="{016F0267-6D1F-4BE4-8B63-52D51B0FF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33900"/>
            <a:ext cx="781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1">
                <a:solidFill>
                  <a:srgbClr val="53C4D5"/>
                </a:solidFill>
                <a:latin typeface="Arial"/>
                <a:ea typeface="Arial"/>
                <a:cs typeface="Arial"/>
              </a:defRPr>
            </a:defPPr>
            <a:lvl1pPr>
              <a:defRPr sz="1425" b="1">
                <a:solidFill>
                  <a:srgbClr val="53C4D5"/>
                </a:solidFill>
                <a:latin typeface="Arial"/>
                <a:ea typeface="Arial"/>
                <a:cs typeface="Arial"/>
              </a:defRPr>
            </a:lvl1pPr>
            <a:lvl2pPr>
              <a:defRPr sz="1425" b="1">
                <a:solidFill>
                  <a:srgbClr val="53C4D5"/>
                </a:solidFill>
                <a:latin typeface="Arial"/>
                <a:ea typeface="Arial"/>
                <a:cs typeface="Arial"/>
              </a:defRPr>
            </a:lvl2pPr>
            <a:lvl3pPr>
              <a:defRPr sz="1425" b="1">
                <a:solidFill>
                  <a:srgbClr val="53C4D5"/>
                </a:solidFill>
                <a:latin typeface="Arial"/>
                <a:ea typeface="Arial"/>
                <a:cs typeface="Arial"/>
              </a:defRPr>
            </a:lvl3pPr>
            <a:lvl4pPr>
              <a:defRPr sz="1425" b="1">
                <a:solidFill>
                  <a:srgbClr val="53C4D5"/>
                </a:solidFill>
                <a:latin typeface="Arial"/>
                <a:ea typeface="Arial"/>
                <a:cs typeface="Arial"/>
              </a:defRPr>
            </a:lvl4pPr>
            <a:lvl5pPr>
              <a:defRPr sz="1425" b="1">
                <a:solidFill>
                  <a:srgbClr val="53C4D5"/>
                </a:solidFill>
                <a:latin typeface="Arial"/>
                <a:ea typeface="Arial"/>
                <a:cs typeface="Arial"/>
              </a:defRPr>
            </a:lvl5pPr>
            <a:lvl6pPr>
              <a:defRPr sz="1425" b="1">
                <a:solidFill>
                  <a:srgbClr val="53C4D5"/>
                </a:solidFill>
                <a:latin typeface="Arial"/>
                <a:ea typeface="Arial"/>
                <a:cs typeface="Arial"/>
              </a:defRPr>
            </a:lvl6pPr>
            <a:lvl7pPr>
              <a:defRPr sz="1425" b="1">
                <a:solidFill>
                  <a:srgbClr val="53C4D5"/>
                </a:solidFill>
                <a:latin typeface="Arial"/>
                <a:ea typeface="Arial"/>
                <a:cs typeface="Arial"/>
              </a:defRPr>
            </a:lvl7pPr>
            <a:lvl8pPr>
              <a:defRPr sz="1425" b="1">
                <a:solidFill>
                  <a:srgbClr val="53C4D5"/>
                </a:solidFill>
                <a:latin typeface="Arial"/>
                <a:ea typeface="Arial"/>
                <a:cs typeface="Arial"/>
              </a:defRPr>
            </a:lvl8pPr>
            <a:lvl9pPr>
              <a:defRPr sz="1425" b="1">
                <a:solidFill>
                  <a:srgbClr val="53C4D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53C4D5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53C4D5"/>
                </a:solidFill>
                <a:latin typeface="Arial"/>
                <a:ea typeface="Arial"/>
                <a:cs typeface="Arial"/>
              </a:rPr>
              <a:t>DÍA 5</a:t>
            </a:r>
          </a:p>
        </p:txBody>
      </p:sp>
      <p:sp>
        <p:nvSpPr>
          <p:cNvPr id="402" name="plan-day-5-title">
            <a:extLst xmlns:a="http://schemas.openxmlformats.org/drawingml/2006/main">
              <a:ext uri="{FF2B5EF4-FFF2-40B4-BE49-F238E27FC236}">
                <a16:creationId xmlns:a16="http://schemas.microsoft.com/office/drawing/2014/main" id="{179402F4-D91B-4FF2-A1A4-831B7CFA2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533900"/>
            <a:ext cx="3143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Evaluación y entrega</a:t>
            </a:r>
          </a:p>
        </p:txBody>
      </p:sp>
    </p:spTree>
    <p:extLst>
      <p:ext uri="{BB962C8B-B14F-4D97-AF65-F5344CB8AC3E}">
        <p14:creationId xmlns:p14="http://schemas.microsoft.com/office/powerpoint/2010/main" val="70306354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</a:schemeClr>
            </a:gs>
            <a:gs pos="50000">
              <a:schemeClr val="phClr">
                <a:tint val="73000"/>
                <a:lumMod val="105000"/>
              </a:schemeClr>
            </a:gs>
            <a:gs pos="100000">
              <a:schemeClr val="phClr">
                <a:tint val="81000"/>
                <a:lumMod val="105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4000"/>
                <a:lumMod val="102000"/>
              </a:schemeClr>
            </a:gs>
            <a:gs pos="50000">
              <a:schemeClr val="phClr">
                <a:shade val="100000"/>
                <a:lumMod val="100000"/>
              </a:schemeClr>
            </a:gs>
            <a:gs pos="100000">
              <a:schemeClr val="phClr">
                <a:shade val="78000"/>
                <a:lumMod val="99000"/>
              </a:schemeClr>
            </a:gs>
          </a:gsLst>
          <a:lin ang="5400000" scaled="0"/>
          <a:tileRect l="0" t="0" r="0" b="0"/>
        </a:gradFill>
      </a:fillStyleLst>
      <a:lnStyleLst>
        <a:ln w="12700">
          <a:prstDash val="solid"/>
        </a:ln>
        <a:ln w="19050">
          <a:prstDash val="solid"/>
        </a:ln>
        <a:ln w="2540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2026-10-26T16:38:46.2860000Z</dcterms:created>
  <dcterms:modified xsi:type="dcterms:W3CDTF">2026-10-26T16:38:46.2860000Z</dcterms:modified>
</coreProperties>
</file>