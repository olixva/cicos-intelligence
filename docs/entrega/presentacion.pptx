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Si el tiempo aprieta: los bloques 01 y 02 se pueden comprimir a 5 min entre los dos;
nunca recortar la demo ni la lámina de límites.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13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veinte de diseño, quince de demo en vivo, diez de preguntas.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9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15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5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8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tercio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8229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Convenio exige dos vehículos en colisión directa · pág. 56 — y excluye la colisión en cadena · págs. 57-58</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segundo vehículo no está identificado: no hay dos partes entre las que repartir · pág. 56</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 75</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8229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8229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13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13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57-58</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24</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6"/>
          <p:cNvSpPr txBox="1"/>
          <p:nvPr/>
        </p:nvSpPr>
        <p:spPr>
          <a:xfrm>
            <a:off x="2304288" y="3236976"/>
            <a:ext cx="7498080" cy="8229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A3E7A"/>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25</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26</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 página 56 y las 57-58.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8229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Dataset publicado como release en Langfuse</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verificable: el golden de 110 casos, la release congelada con sus hashes, el dataset publicado y el ejecutor de experimentos sobre el recorrido documental.   ·   En curso: la campaña completa sobre los 110 casos y los evaluadores de siniestro y de enrutado.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versiones y experimentos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release del golden vive en el mismo sitio que las trazas, no en una hoja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37</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38</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8229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2026-09-03T03:47:08Z</dcterms:created>
  <dcterms:modified xsi:type="dcterms:W3CDTF">2026-09-03T03:47:08Z</dcterms:modified>
</cp:coreProperties>
</file>